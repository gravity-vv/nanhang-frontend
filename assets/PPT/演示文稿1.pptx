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5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2.xml"/><Relationship Id="rId13" Type="http://schemas.openxmlformats.org/officeDocument/2006/relationships/image" Target="../media/image4.png"/><Relationship Id="rId12" Type="http://schemas.openxmlformats.org/officeDocument/2006/relationships/tags" Target="../tags/tag71.xml"/><Relationship Id="rId11" Type="http://schemas.openxmlformats.org/officeDocument/2006/relationships/image" Target="../media/image3.svg"/><Relationship Id="rId10" Type="http://schemas.openxmlformats.org/officeDocument/2006/relationships/image" Target="../media/image2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157.xml"/><Relationship Id="rId98" Type="http://schemas.openxmlformats.org/officeDocument/2006/relationships/tags" Target="../tags/tag156.xml"/><Relationship Id="rId97" Type="http://schemas.openxmlformats.org/officeDocument/2006/relationships/tags" Target="../tags/tag155.xml"/><Relationship Id="rId96" Type="http://schemas.openxmlformats.org/officeDocument/2006/relationships/tags" Target="../tags/tag154.xml"/><Relationship Id="rId95" Type="http://schemas.openxmlformats.org/officeDocument/2006/relationships/tags" Target="../tags/tag153.xml"/><Relationship Id="rId94" Type="http://schemas.openxmlformats.org/officeDocument/2006/relationships/tags" Target="../tags/tag152.xml"/><Relationship Id="rId93" Type="http://schemas.openxmlformats.org/officeDocument/2006/relationships/tags" Target="../tags/tag151.xml"/><Relationship Id="rId92" Type="http://schemas.openxmlformats.org/officeDocument/2006/relationships/tags" Target="../tags/tag150.xml"/><Relationship Id="rId91" Type="http://schemas.openxmlformats.org/officeDocument/2006/relationships/tags" Target="../tags/tag149.xml"/><Relationship Id="rId90" Type="http://schemas.openxmlformats.org/officeDocument/2006/relationships/tags" Target="../tags/tag148.xml"/><Relationship Id="rId9" Type="http://schemas.openxmlformats.org/officeDocument/2006/relationships/tags" Target="../tags/tag79.xml"/><Relationship Id="rId89" Type="http://schemas.openxmlformats.org/officeDocument/2006/relationships/tags" Target="../tags/tag147.xml"/><Relationship Id="rId88" Type="http://schemas.openxmlformats.org/officeDocument/2006/relationships/tags" Target="../tags/tag146.xml"/><Relationship Id="rId87" Type="http://schemas.openxmlformats.org/officeDocument/2006/relationships/tags" Target="../tags/tag145.xml"/><Relationship Id="rId86" Type="http://schemas.openxmlformats.org/officeDocument/2006/relationships/image" Target="../media/image18.svg"/><Relationship Id="rId85" Type="http://schemas.openxmlformats.org/officeDocument/2006/relationships/image" Target="../media/image17.png"/><Relationship Id="rId84" Type="http://schemas.openxmlformats.org/officeDocument/2006/relationships/tags" Target="../tags/tag144.xml"/><Relationship Id="rId83" Type="http://schemas.openxmlformats.org/officeDocument/2006/relationships/tags" Target="../tags/tag143.xml"/><Relationship Id="rId82" Type="http://schemas.openxmlformats.org/officeDocument/2006/relationships/tags" Target="../tags/tag142.xml"/><Relationship Id="rId81" Type="http://schemas.openxmlformats.org/officeDocument/2006/relationships/tags" Target="../tags/tag141.xml"/><Relationship Id="rId80" Type="http://schemas.openxmlformats.org/officeDocument/2006/relationships/tags" Target="../tags/tag140.xml"/><Relationship Id="rId8" Type="http://schemas.openxmlformats.org/officeDocument/2006/relationships/tags" Target="../tags/tag78.xml"/><Relationship Id="rId79" Type="http://schemas.openxmlformats.org/officeDocument/2006/relationships/tags" Target="../tags/tag139.xml"/><Relationship Id="rId78" Type="http://schemas.openxmlformats.org/officeDocument/2006/relationships/tags" Target="../tags/tag138.xml"/><Relationship Id="rId77" Type="http://schemas.openxmlformats.org/officeDocument/2006/relationships/tags" Target="../tags/tag137.xml"/><Relationship Id="rId76" Type="http://schemas.openxmlformats.org/officeDocument/2006/relationships/tags" Target="../tags/tag136.xml"/><Relationship Id="rId75" Type="http://schemas.openxmlformats.org/officeDocument/2006/relationships/tags" Target="../tags/tag135.xml"/><Relationship Id="rId74" Type="http://schemas.openxmlformats.org/officeDocument/2006/relationships/tags" Target="../tags/tag134.xml"/><Relationship Id="rId73" Type="http://schemas.openxmlformats.org/officeDocument/2006/relationships/tags" Target="../tags/tag133.xml"/><Relationship Id="rId72" Type="http://schemas.openxmlformats.org/officeDocument/2006/relationships/tags" Target="../tags/tag132.xml"/><Relationship Id="rId71" Type="http://schemas.openxmlformats.org/officeDocument/2006/relationships/tags" Target="../tags/tag131.xml"/><Relationship Id="rId70" Type="http://schemas.openxmlformats.org/officeDocument/2006/relationships/tags" Target="../tags/tag130.xml"/><Relationship Id="rId7" Type="http://schemas.openxmlformats.org/officeDocument/2006/relationships/tags" Target="../tags/tag77.xml"/><Relationship Id="rId69" Type="http://schemas.openxmlformats.org/officeDocument/2006/relationships/tags" Target="../tags/tag129.xml"/><Relationship Id="rId68" Type="http://schemas.openxmlformats.org/officeDocument/2006/relationships/tags" Target="../tags/tag128.xml"/><Relationship Id="rId67" Type="http://schemas.openxmlformats.org/officeDocument/2006/relationships/tags" Target="../tags/tag127.xml"/><Relationship Id="rId66" Type="http://schemas.openxmlformats.org/officeDocument/2006/relationships/tags" Target="../tags/tag126.xml"/><Relationship Id="rId65" Type="http://schemas.openxmlformats.org/officeDocument/2006/relationships/tags" Target="../tags/tag125.xml"/><Relationship Id="rId64" Type="http://schemas.openxmlformats.org/officeDocument/2006/relationships/tags" Target="../tags/tag124.xml"/><Relationship Id="rId63" Type="http://schemas.openxmlformats.org/officeDocument/2006/relationships/tags" Target="../tags/tag123.xml"/><Relationship Id="rId62" Type="http://schemas.openxmlformats.org/officeDocument/2006/relationships/tags" Target="../tags/tag122.xml"/><Relationship Id="rId61" Type="http://schemas.openxmlformats.org/officeDocument/2006/relationships/tags" Target="../tags/tag121.xml"/><Relationship Id="rId60" Type="http://schemas.openxmlformats.org/officeDocument/2006/relationships/tags" Target="../tags/tag120.xml"/><Relationship Id="rId6" Type="http://schemas.openxmlformats.org/officeDocument/2006/relationships/image" Target="../media/image6.png"/><Relationship Id="rId59" Type="http://schemas.openxmlformats.org/officeDocument/2006/relationships/tags" Target="../tags/tag119.xml"/><Relationship Id="rId58" Type="http://schemas.openxmlformats.org/officeDocument/2006/relationships/tags" Target="../tags/tag118.xml"/><Relationship Id="rId57" Type="http://schemas.openxmlformats.org/officeDocument/2006/relationships/tags" Target="../tags/tag117.xml"/><Relationship Id="rId56" Type="http://schemas.openxmlformats.org/officeDocument/2006/relationships/tags" Target="../tags/tag116.xml"/><Relationship Id="rId55" Type="http://schemas.openxmlformats.org/officeDocument/2006/relationships/tags" Target="../tags/tag115.xml"/><Relationship Id="rId54" Type="http://schemas.openxmlformats.org/officeDocument/2006/relationships/tags" Target="../tags/tag114.xml"/><Relationship Id="rId53" Type="http://schemas.openxmlformats.org/officeDocument/2006/relationships/tags" Target="../tags/tag113.xml"/><Relationship Id="rId52" Type="http://schemas.openxmlformats.org/officeDocument/2006/relationships/tags" Target="../tags/tag112.xml"/><Relationship Id="rId51" Type="http://schemas.openxmlformats.org/officeDocument/2006/relationships/tags" Target="../tags/tag111.xml"/><Relationship Id="rId50" Type="http://schemas.openxmlformats.org/officeDocument/2006/relationships/tags" Target="../tags/tag110.xml"/><Relationship Id="rId5" Type="http://schemas.openxmlformats.org/officeDocument/2006/relationships/tags" Target="../tags/tag76.xml"/><Relationship Id="rId49" Type="http://schemas.openxmlformats.org/officeDocument/2006/relationships/tags" Target="../tags/tag109.xml"/><Relationship Id="rId48" Type="http://schemas.openxmlformats.org/officeDocument/2006/relationships/image" Target="../media/image16.png"/><Relationship Id="rId47" Type="http://schemas.openxmlformats.org/officeDocument/2006/relationships/tags" Target="../tags/tag108.xml"/><Relationship Id="rId46" Type="http://schemas.openxmlformats.org/officeDocument/2006/relationships/image" Target="../media/image15.png"/><Relationship Id="rId45" Type="http://schemas.openxmlformats.org/officeDocument/2006/relationships/tags" Target="../tags/tag107.xml"/><Relationship Id="rId44" Type="http://schemas.openxmlformats.org/officeDocument/2006/relationships/image" Target="../media/image14.png"/><Relationship Id="rId43" Type="http://schemas.openxmlformats.org/officeDocument/2006/relationships/tags" Target="../tags/tag106.xml"/><Relationship Id="rId42" Type="http://schemas.openxmlformats.org/officeDocument/2006/relationships/tags" Target="../tags/tag105.xml"/><Relationship Id="rId41" Type="http://schemas.openxmlformats.org/officeDocument/2006/relationships/tags" Target="../tags/tag104.xml"/><Relationship Id="rId40" Type="http://schemas.openxmlformats.org/officeDocument/2006/relationships/image" Target="../media/image13.jpeg"/><Relationship Id="rId4" Type="http://schemas.openxmlformats.org/officeDocument/2006/relationships/tags" Target="../tags/tag75.xml"/><Relationship Id="rId39" Type="http://schemas.openxmlformats.org/officeDocument/2006/relationships/tags" Target="../tags/tag103.xml"/><Relationship Id="rId38" Type="http://schemas.openxmlformats.org/officeDocument/2006/relationships/tags" Target="../tags/tag102.xml"/><Relationship Id="rId37" Type="http://schemas.openxmlformats.org/officeDocument/2006/relationships/image" Target="../media/image12.png"/><Relationship Id="rId36" Type="http://schemas.openxmlformats.org/officeDocument/2006/relationships/tags" Target="../tags/tag101.xml"/><Relationship Id="rId35" Type="http://schemas.openxmlformats.org/officeDocument/2006/relationships/tags" Target="../tags/tag100.xml"/><Relationship Id="rId34" Type="http://schemas.openxmlformats.org/officeDocument/2006/relationships/tags" Target="../tags/tag99.xml"/><Relationship Id="rId33" Type="http://schemas.openxmlformats.org/officeDocument/2006/relationships/tags" Target="../tags/tag98.xml"/><Relationship Id="rId32" Type="http://schemas.openxmlformats.org/officeDocument/2006/relationships/tags" Target="../tags/tag97.xml"/><Relationship Id="rId310" Type="http://schemas.openxmlformats.org/officeDocument/2006/relationships/slideLayout" Target="../slideLayouts/slideLayout7.xml"/><Relationship Id="rId31" Type="http://schemas.microsoft.com/office/2007/relationships/hdphoto" Target="../media/image11.wdp"/><Relationship Id="rId309" Type="http://schemas.openxmlformats.org/officeDocument/2006/relationships/tags" Target="../tags/tag351.xml"/><Relationship Id="rId308" Type="http://schemas.openxmlformats.org/officeDocument/2006/relationships/tags" Target="../tags/tag350.xml"/><Relationship Id="rId307" Type="http://schemas.openxmlformats.org/officeDocument/2006/relationships/tags" Target="../tags/tag349.xml"/><Relationship Id="rId306" Type="http://schemas.openxmlformats.org/officeDocument/2006/relationships/tags" Target="../tags/tag348.xml"/><Relationship Id="rId305" Type="http://schemas.openxmlformats.org/officeDocument/2006/relationships/tags" Target="../tags/tag347.xml"/><Relationship Id="rId304" Type="http://schemas.openxmlformats.org/officeDocument/2006/relationships/tags" Target="../tags/tag346.xml"/><Relationship Id="rId303" Type="http://schemas.openxmlformats.org/officeDocument/2006/relationships/tags" Target="../tags/tag345.xml"/><Relationship Id="rId302" Type="http://schemas.openxmlformats.org/officeDocument/2006/relationships/tags" Target="../tags/tag344.xml"/><Relationship Id="rId301" Type="http://schemas.openxmlformats.org/officeDocument/2006/relationships/tags" Target="../tags/tag343.xml"/><Relationship Id="rId300" Type="http://schemas.openxmlformats.org/officeDocument/2006/relationships/tags" Target="../tags/tag342.xml"/><Relationship Id="rId30" Type="http://schemas.openxmlformats.org/officeDocument/2006/relationships/image" Target="../media/image10.png"/><Relationship Id="rId3" Type="http://schemas.openxmlformats.org/officeDocument/2006/relationships/image" Target="../media/image5.jpeg"/><Relationship Id="rId299" Type="http://schemas.openxmlformats.org/officeDocument/2006/relationships/tags" Target="../tags/tag341.xml"/><Relationship Id="rId298" Type="http://schemas.openxmlformats.org/officeDocument/2006/relationships/tags" Target="../tags/tag340.xml"/><Relationship Id="rId297" Type="http://schemas.openxmlformats.org/officeDocument/2006/relationships/tags" Target="../tags/tag339.xml"/><Relationship Id="rId296" Type="http://schemas.openxmlformats.org/officeDocument/2006/relationships/tags" Target="../tags/tag338.xml"/><Relationship Id="rId295" Type="http://schemas.openxmlformats.org/officeDocument/2006/relationships/tags" Target="../tags/tag337.xml"/><Relationship Id="rId294" Type="http://schemas.openxmlformats.org/officeDocument/2006/relationships/tags" Target="../tags/tag336.xml"/><Relationship Id="rId293" Type="http://schemas.openxmlformats.org/officeDocument/2006/relationships/tags" Target="../tags/tag335.xml"/><Relationship Id="rId292" Type="http://schemas.openxmlformats.org/officeDocument/2006/relationships/tags" Target="../tags/tag334.xml"/><Relationship Id="rId291" Type="http://schemas.openxmlformats.org/officeDocument/2006/relationships/tags" Target="../tags/tag333.xml"/><Relationship Id="rId290" Type="http://schemas.openxmlformats.org/officeDocument/2006/relationships/tags" Target="../tags/tag332.xml"/><Relationship Id="rId29" Type="http://schemas.openxmlformats.org/officeDocument/2006/relationships/tags" Target="../tags/tag96.xml"/><Relationship Id="rId289" Type="http://schemas.openxmlformats.org/officeDocument/2006/relationships/tags" Target="../tags/tag331.xml"/><Relationship Id="rId288" Type="http://schemas.openxmlformats.org/officeDocument/2006/relationships/tags" Target="../tags/tag330.xml"/><Relationship Id="rId287" Type="http://schemas.openxmlformats.org/officeDocument/2006/relationships/tags" Target="../tags/tag329.xml"/><Relationship Id="rId286" Type="http://schemas.openxmlformats.org/officeDocument/2006/relationships/tags" Target="../tags/tag328.xml"/><Relationship Id="rId285" Type="http://schemas.openxmlformats.org/officeDocument/2006/relationships/tags" Target="../tags/tag327.xml"/><Relationship Id="rId284" Type="http://schemas.openxmlformats.org/officeDocument/2006/relationships/tags" Target="../tags/tag326.xml"/><Relationship Id="rId283" Type="http://schemas.openxmlformats.org/officeDocument/2006/relationships/tags" Target="../tags/tag325.xml"/><Relationship Id="rId282" Type="http://schemas.openxmlformats.org/officeDocument/2006/relationships/tags" Target="../tags/tag324.xml"/><Relationship Id="rId281" Type="http://schemas.openxmlformats.org/officeDocument/2006/relationships/tags" Target="../tags/tag323.xml"/><Relationship Id="rId280" Type="http://schemas.openxmlformats.org/officeDocument/2006/relationships/tags" Target="../tags/tag322.xml"/><Relationship Id="rId28" Type="http://schemas.openxmlformats.org/officeDocument/2006/relationships/tags" Target="../tags/tag95.xml"/><Relationship Id="rId279" Type="http://schemas.openxmlformats.org/officeDocument/2006/relationships/tags" Target="../tags/tag321.xml"/><Relationship Id="rId278" Type="http://schemas.openxmlformats.org/officeDocument/2006/relationships/tags" Target="../tags/tag320.xml"/><Relationship Id="rId277" Type="http://schemas.openxmlformats.org/officeDocument/2006/relationships/tags" Target="../tags/tag319.xml"/><Relationship Id="rId276" Type="http://schemas.openxmlformats.org/officeDocument/2006/relationships/tags" Target="../tags/tag318.xml"/><Relationship Id="rId275" Type="http://schemas.openxmlformats.org/officeDocument/2006/relationships/tags" Target="../tags/tag317.xml"/><Relationship Id="rId274" Type="http://schemas.openxmlformats.org/officeDocument/2006/relationships/tags" Target="../tags/tag316.xml"/><Relationship Id="rId273" Type="http://schemas.openxmlformats.org/officeDocument/2006/relationships/tags" Target="../tags/tag315.xml"/><Relationship Id="rId272" Type="http://schemas.openxmlformats.org/officeDocument/2006/relationships/tags" Target="../tags/tag314.xml"/><Relationship Id="rId271" Type="http://schemas.openxmlformats.org/officeDocument/2006/relationships/tags" Target="../tags/tag313.xml"/><Relationship Id="rId270" Type="http://schemas.openxmlformats.org/officeDocument/2006/relationships/tags" Target="../tags/tag312.xml"/><Relationship Id="rId27" Type="http://schemas.openxmlformats.org/officeDocument/2006/relationships/image" Target="../media/image9.png"/><Relationship Id="rId269" Type="http://schemas.openxmlformats.org/officeDocument/2006/relationships/tags" Target="../tags/tag311.xml"/><Relationship Id="rId268" Type="http://schemas.openxmlformats.org/officeDocument/2006/relationships/tags" Target="../tags/tag310.xml"/><Relationship Id="rId267" Type="http://schemas.openxmlformats.org/officeDocument/2006/relationships/tags" Target="../tags/tag309.xml"/><Relationship Id="rId266" Type="http://schemas.openxmlformats.org/officeDocument/2006/relationships/tags" Target="../tags/tag308.xml"/><Relationship Id="rId265" Type="http://schemas.openxmlformats.org/officeDocument/2006/relationships/tags" Target="../tags/tag307.xml"/><Relationship Id="rId264" Type="http://schemas.openxmlformats.org/officeDocument/2006/relationships/tags" Target="../tags/tag306.xml"/><Relationship Id="rId263" Type="http://schemas.openxmlformats.org/officeDocument/2006/relationships/tags" Target="../tags/tag305.xml"/><Relationship Id="rId262" Type="http://schemas.openxmlformats.org/officeDocument/2006/relationships/tags" Target="../tags/tag304.xml"/><Relationship Id="rId261" Type="http://schemas.openxmlformats.org/officeDocument/2006/relationships/tags" Target="../tags/tag303.xml"/><Relationship Id="rId260" Type="http://schemas.openxmlformats.org/officeDocument/2006/relationships/tags" Target="../tags/tag302.xml"/><Relationship Id="rId26" Type="http://schemas.openxmlformats.org/officeDocument/2006/relationships/tags" Target="../tags/tag94.xml"/><Relationship Id="rId259" Type="http://schemas.openxmlformats.org/officeDocument/2006/relationships/tags" Target="../tags/tag301.xml"/><Relationship Id="rId258" Type="http://schemas.openxmlformats.org/officeDocument/2006/relationships/tags" Target="../tags/tag300.xml"/><Relationship Id="rId257" Type="http://schemas.openxmlformats.org/officeDocument/2006/relationships/tags" Target="../tags/tag299.xml"/><Relationship Id="rId256" Type="http://schemas.openxmlformats.org/officeDocument/2006/relationships/tags" Target="../tags/tag298.xml"/><Relationship Id="rId255" Type="http://schemas.openxmlformats.org/officeDocument/2006/relationships/tags" Target="../tags/tag297.xml"/><Relationship Id="rId254" Type="http://schemas.openxmlformats.org/officeDocument/2006/relationships/tags" Target="../tags/tag296.xml"/><Relationship Id="rId253" Type="http://schemas.openxmlformats.org/officeDocument/2006/relationships/tags" Target="../tags/tag295.xml"/><Relationship Id="rId252" Type="http://schemas.openxmlformats.org/officeDocument/2006/relationships/tags" Target="../tags/tag294.xml"/><Relationship Id="rId251" Type="http://schemas.openxmlformats.org/officeDocument/2006/relationships/tags" Target="../tags/tag293.xml"/><Relationship Id="rId250" Type="http://schemas.openxmlformats.org/officeDocument/2006/relationships/tags" Target="../tags/tag292.xml"/><Relationship Id="rId25" Type="http://schemas.openxmlformats.org/officeDocument/2006/relationships/tags" Target="../tags/tag93.xml"/><Relationship Id="rId249" Type="http://schemas.openxmlformats.org/officeDocument/2006/relationships/tags" Target="../tags/tag291.xml"/><Relationship Id="rId248" Type="http://schemas.openxmlformats.org/officeDocument/2006/relationships/tags" Target="../tags/tag290.xml"/><Relationship Id="rId247" Type="http://schemas.openxmlformats.org/officeDocument/2006/relationships/tags" Target="../tags/tag289.xml"/><Relationship Id="rId246" Type="http://schemas.openxmlformats.org/officeDocument/2006/relationships/tags" Target="../tags/tag288.xml"/><Relationship Id="rId245" Type="http://schemas.openxmlformats.org/officeDocument/2006/relationships/tags" Target="../tags/tag287.xml"/><Relationship Id="rId244" Type="http://schemas.openxmlformats.org/officeDocument/2006/relationships/tags" Target="../tags/tag286.xml"/><Relationship Id="rId243" Type="http://schemas.openxmlformats.org/officeDocument/2006/relationships/tags" Target="../tags/tag285.xml"/><Relationship Id="rId242" Type="http://schemas.openxmlformats.org/officeDocument/2006/relationships/tags" Target="../tags/tag284.xml"/><Relationship Id="rId241" Type="http://schemas.openxmlformats.org/officeDocument/2006/relationships/tags" Target="../tags/tag283.xml"/><Relationship Id="rId240" Type="http://schemas.openxmlformats.org/officeDocument/2006/relationships/tags" Target="../tags/tag282.xml"/><Relationship Id="rId24" Type="http://schemas.openxmlformats.org/officeDocument/2006/relationships/tags" Target="../tags/tag92.xml"/><Relationship Id="rId239" Type="http://schemas.openxmlformats.org/officeDocument/2006/relationships/tags" Target="../tags/tag281.xml"/><Relationship Id="rId238" Type="http://schemas.openxmlformats.org/officeDocument/2006/relationships/tags" Target="../tags/tag280.xml"/><Relationship Id="rId237" Type="http://schemas.openxmlformats.org/officeDocument/2006/relationships/tags" Target="../tags/tag279.xml"/><Relationship Id="rId236" Type="http://schemas.openxmlformats.org/officeDocument/2006/relationships/tags" Target="../tags/tag278.xml"/><Relationship Id="rId235" Type="http://schemas.openxmlformats.org/officeDocument/2006/relationships/tags" Target="../tags/tag277.xml"/><Relationship Id="rId234" Type="http://schemas.openxmlformats.org/officeDocument/2006/relationships/tags" Target="../tags/tag276.xml"/><Relationship Id="rId233" Type="http://schemas.openxmlformats.org/officeDocument/2006/relationships/tags" Target="../tags/tag275.xml"/><Relationship Id="rId232" Type="http://schemas.openxmlformats.org/officeDocument/2006/relationships/tags" Target="../tags/tag274.xml"/><Relationship Id="rId231" Type="http://schemas.openxmlformats.org/officeDocument/2006/relationships/tags" Target="../tags/tag273.xml"/><Relationship Id="rId230" Type="http://schemas.openxmlformats.org/officeDocument/2006/relationships/tags" Target="../tags/tag272.xml"/><Relationship Id="rId23" Type="http://schemas.openxmlformats.org/officeDocument/2006/relationships/tags" Target="../tags/tag91.xml"/><Relationship Id="rId229" Type="http://schemas.openxmlformats.org/officeDocument/2006/relationships/tags" Target="../tags/tag271.xml"/><Relationship Id="rId228" Type="http://schemas.openxmlformats.org/officeDocument/2006/relationships/tags" Target="../tags/tag270.xml"/><Relationship Id="rId227" Type="http://schemas.openxmlformats.org/officeDocument/2006/relationships/tags" Target="../tags/tag269.xml"/><Relationship Id="rId226" Type="http://schemas.openxmlformats.org/officeDocument/2006/relationships/tags" Target="../tags/tag268.xml"/><Relationship Id="rId225" Type="http://schemas.openxmlformats.org/officeDocument/2006/relationships/tags" Target="../tags/tag267.xml"/><Relationship Id="rId224" Type="http://schemas.openxmlformats.org/officeDocument/2006/relationships/tags" Target="../tags/tag266.xml"/><Relationship Id="rId223" Type="http://schemas.openxmlformats.org/officeDocument/2006/relationships/tags" Target="../tags/tag265.xml"/><Relationship Id="rId222" Type="http://schemas.openxmlformats.org/officeDocument/2006/relationships/tags" Target="../tags/tag264.xml"/><Relationship Id="rId221" Type="http://schemas.openxmlformats.org/officeDocument/2006/relationships/tags" Target="../tags/tag263.xml"/><Relationship Id="rId220" Type="http://schemas.openxmlformats.org/officeDocument/2006/relationships/tags" Target="../tags/tag262.xml"/><Relationship Id="rId22" Type="http://schemas.openxmlformats.org/officeDocument/2006/relationships/tags" Target="../tags/tag90.xml"/><Relationship Id="rId219" Type="http://schemas.openxmlformats.org/officeDocument/2006/relationships/tags" Target="../tags/tag261.xml"/><Relationship Id="rId218" Type="http://schemas.openxmlformats.org/officeDocument/2006/relationships/tags" Target="../tags/tag260.xml"/><Relationship Id="rId217" Type="http://schemas.openxmlformats.org/officeDocument/2006/relationships/tags" Target="../tags/tag259.xml"/><Relationship Id="rId216" Type="http://schemas.openxmlformats.org/officeDocument/2006/relationships/tags" Target="../tags/tag258.xml"/><Relationship Id="rId215" Type="http://schemas.openxmlformats.org/officeDocument/2006/relationships/tags" Target="../tags/tag257.xml"/><Relationship Id="rId214" Type="http://schemas.openxmlformats.org/officeDocument/2006/relationships/tags" Target="../tags/tag256.xml"/><Relationship Id="rId213" Type="http://schemas.openxmlformats.org/officeDocument/2006/relationships/tags" Target="../tags/tag255.xml"/><Relationship Id="rId212" Type="http://schemas.openxmlformats.org/officeDocument/2006/relationships/tags" Target="../tags/tag254.xml"/><Relationship Id="rId211" Type="http://schemas.openxmlformats.org/officeDocument/2006/relationships/tags" Target="../tags/tag253.xml"/><Relationship Id="rId210" Type="http://schemas.openxmlformats.org/officeDocument/2006/relationships/tags" Target="../tags/tag252.xml"/><Relationship Id="rId21" Type="http://schemas.openxmlformats.org/officeDocument/2006/relationships/tags" Target="../tags/tag89.xml"/><Relationship Id="rId209" Type="http://schemas.openxmlformats.org/officeDocument/2006/relationships/tags" Target="../tags/tag251.xml"/><Relationship Id="rId208" Type="http://schemas.openxmlformats.org/officeDocument/2006/relationships/tags" Target="../tags/tag250.xml"/><Relationship Id="rId207" Type="http://schemas.openxmlformats.org/officeDocument/2006/relationships/tags" Target="../tags/tag249.xml"/><Relationship Id="rId206" Type="http://schemas.openxmlformats.org/officeDocument/2006/relationships/tags" Target="../tags/tag248.xml"/><Relationship Id="rId205" Type="http://schemas.openxmlformats.org/officeDocument/2006/relationships/tags" Target="../tags/tag247.xml"/><Relationship Id="rId204" Type="http://schemas.openxmlformats.org/officeDocument/2006/relationships/tags" Target="../tags/tag246.xml"/><Relationship Id="rId203" Type="http://schemas.openxmlformats.org/officeDocument/2006/relationships/tags" Target="../tags/tag245.xml"/><Relationship Id="rId202" Type="http://schemas.openxmlformats.org/officeDocument/2006/relationships/tags" Target="../tags/tag244.xml"/><Relationship Id="rId201" Type="http://schemas.openxmlformats.org/officeDocument/2006/relationships/tags" Target="../tags/tag243.xml"/><Relationship Id="rId200" Type="http://schemas.openxmlformats.org/officeDocument/2006/relationships/tags" Target="../tags/tag242.xml"/><Relationship Id="rId20" Type="http://schemas.openxmlformats.org/officeDocument/2006/relationships/tags" Target="../tags/tag88.xml"/><Relationship Id="rId2" Type="http://schemas.openxmlformats.org/officeDocument/2006/relationships/tags" Target="../tags/tag74.xml"/><Relationship Id="rId199" Type="http://schemas.openxmlformats.org/officeDocument/2006/relationships/tags" Target="../tags/tag241.xml"/><Relationship Id="rId198" Type="http://schemas.openxmlformats.org/officeDocument/2006/relationships/tags" Target="../tags/tag240.xml"/><Relationship Id="rId197" Type="http://schemas.openxmlformats.org/officeDocument/2006/relationships/tags" Target="../tags/tag239.xml"/><Relationship Id="rId196" Type="http://schemas.openxmlformats.org/officeDocument/2006/relationships/tags" Target="../tags/tag238.xml"/><Relationship Id="rId195" Type="http://schemas.openxmlformats.org/officeDocument/2006/relationships/tags" Target="../tags/tag237.xml"/><Relationship Id="rId194" Type="http://schemas.openxmlformats.org/officeDocument/2006/relationships/image" Target="../media/image34.svg"/><Relationship Id="rId193" Type="http://schemas.openxmlformats.org/officeDocument/2006/relationships/image" Target="../media/image33.png"/><Relationship Id="rId192" Type="http://schemas.openxmlformats.org/officeDocument/2006/relationships/tags" Target="../tags/tag236.xml"/><Relationship Id="rId191" Type="http://schemas.openxmlformats.org/officeDocument/2006/relationships/tags" Target="../tags/tag235.xml"/><Relationship Id="rId190" Type="http://schemas.openxmlformats.org/officeDocument/2006/relationships/tags" Target="../tags/tag234.xml"/><Relationship Id="rId19" Type="http://schemas.openxmlformats.org/officeDocument/2006/relationships/tags" Target="../tags/tag87.xml"/><Relationship Id="rId189" Type="http://schemas.openxmlformats.org/officeDocument/2006/relationships/tags" Target="../tags/tag233.xml"/><Relationship Id="rId188" Type="http://schemas.openxmlformats.org/officeDocument/2006/relationships/tags" Target="../tags/tag232.xml"/><Relationship Id="rId187" Type="http://schemas.openxmlformats.org/officeDocument/2006/relationships/tags" Target="../tags/tag231.xml"/><Relationship Id="rId186" Type="http://schemas.openxmlformats.org/officeDocument/2006/relationships/tags" Target="../tags/tag230.xml"/><Relationship Id="rId185" Type="http://schemas.openxmlformats.org/officeDocument/2006/relationships/tags" Target="../tags/tag229.xml"/><Relationship Id="rId184" Type="http://schemas.openxmlformats.org/officeDocument/2006/relationships/tags" Target="../tags/tag228.xml"/><Relationship Id="rId183" Type="http://schemas.openxmlformats.org/officeDocument/2006/relationships/tags" Target="../tags/tag227.xml"/><Relationship Id="rId182" Type="http://schemas.openxmlformats.org/officeDocument/2006/relationships/tags" Target="../tags/tag226.xml"/><Relationship Id="rId181" Type="http://schemas.openxmlformats.org/officeDocument/2006/relationships/tags" Target="../tags/tag225.xml"/><Relationship Id="rId180" Type="http://schemas.openxmlformats.org/officeDocument/2006/relationships/tags" Target="../tags/tag224.xml"/><Relationship Id="rId18" Type="http://schemas.openxmlformats.org/officeDocument/2006/relationships/image" Target="../media/image8.svg"/><Relationship Id="rId179" Type="http://schemas.openxmlformats.org/officeDocument/2006/relationships/tags" Target="../tags/tag223.xml"/><Relationship Id="rId178" Type="http://schemas.openxmlformats.org/officeDocument/2006/relationships/tags" Target="../tags/tag222.xml"/><Relationship Id="rId177" Type="http://schemas.openxmlformats.org/officeDocument/2006/relationships/tags" Target="../tags/tag221.xml"/><Relationship Id="rId176" Type="http://schemas.openxmlformats.org/officeDocument/2006/relationships/image" Target="../media/image32.svg"/><Relationship Id="rId175" Type="http://schemas.openxmlformats.org/officeDocument/2006/relationships/image" Target="../media/image31.png"/><Relationship Id="rId174" Type="http://schemas.openxmlformats.org/officeDocument/2006/relationships/tags" Target="../tags/tag220.xml"/><Relationship Id="rId173" Type="http://schemas.openxmlformats.org/officeDocument/2006/relationships/tags" Target="../tags/tag219.xml"/><Relationship Id="rId172" Type="http://schemas.openxmlformats.org/officeDocument/2006/relationships/tags" Target="../tags/tag218.xml"/><Relationship Id="rId171" Type="http://schemas.openxmlformats.org/officeDocument/2006/relationships/tags" Target="../tags/tag217.xml"/><Relationship Id="rId170" Type="http://schemas.openxmlformats.org/officeDocument/2006/relationships/tags" Target="../tags/tag216.xml"/><Relationship Id="rId17" Type="http://schemas.openxmlformats.org/officeDocument/2006/relationships/image" Target="../media/image7.png"/><Relationship Id="rId169" Type="http://schemas.openxmlformats.org/officeDocument/2006/relationships/tags" Target="../tags/tag215.xml"/><Relationship Id="rId168" Type="http://schemas.openxmlformats.org/officeDocument/2006/relationships/tags" Target="../tags/tag214.xml"/><Relationship Id="rId167" Type="http://schemas.openxmlformats.org/officeDocument/2006/relationships/tags" Target="../tags/tag213.xml"/><Relationship Id="rId166" Type="http://schemas.openxmlformats.org/officeDocument/2006/relationships/image" Target="../media/image30.png"/><Relationship Id="rId165" Type="http://schemas.openxmlformats.org/officeDocument/2006/relationships/tags" Target="../tags/tag212.xml"/><Relationship Id="rId164" Type="http://schemas.openxmlformats.org/officeDocument/2006/relationships/tags" Target="../tags/tag211.xml"/><Relationship Id="rId163" Type="http://schemas.openxmlformats.org/officeDocument/2006/relationships/tags" Target="../tags/tag210.xml"/><Relationship Id="rId162" Type="http://schemas.openxmlformats.org/officeDocument/2006/relationships/tags" Target="../tags/tag209.xml"/><Relationship Id="rId161" Type="http://schemas.openxmlformats.org/officeDocument/2006/relationships/tags" Target="../tags/tag208.xml"/><Relationship Id="rId160" Type="http://schemas.openxmlformats.org/officeDocument/2006/relationships/image" Target="../media/image29.svg"/><Relationship Id="rId16" Type="http://schemas.openxmlformats.org/officeDocument/2006/relationships/tags" Target="../tags/tag86.xml"/><Relationship Id="rId159" Type="http://schemas.openxmlformats.org/officeDocument/2006/relationships/image" Target="../media/image28.png"/><Relationship Id="rId158" Type="http://schemas.openxmlformats.org/officeDocument/2006/relationships/tags" Target="../tags/tag207.xml"/><Relationship Id="rId157" Type="http://schemas.openxmlformats.org/officeDocument/2006/relationships/tags" Target="../tags/tag206.xml"/><Relationship Id="rId156" Type="http://schemas.openxmlformats.org/officeDocument/2006/relationships/tags" Target="../tags/tag205.xml"/><Relationship Id="rId155" Type="http://schemas.openxmlformats.org/officeDocument/2006/relationships/tags" Target="../tags/tag204.xml"/><Relationship Id="rId154" Type="http://schemas.openxmlformats.org/officeDocument/2006/relationships/tags" Target="../tags/tag203.xml"/><Relationship Id="rId153" Type="http://schemas.openxmlformats.org/officeDocument/2006/relationships/image" Target="../media/image27.svg"/><Relationship Id="rId152" Type="http://schemas.openxmlformats.org/officeDocument/2006/relationships/image" Target="../media/image26.png"/><Relationship Id="rId151" Type="http://schemas.openxmlformats.org/officeDocument/2006/relationships/tags" Target="../tags/tag202.xml"/><Relationship Id="rId150" Type="http://schemas.openxmlformats.org/officeDocument/2006/relationships/image" Target="../media/image25.png"/><Relationship Id="rId15" Type="http://schemas.openxmlformats.org/officeDocument/2006/relationships/tags" Target="../tags/tag85.xml"/><Relationship Id="rId149" Type="http://schemas.openxmlformats.org/officeDocument/2006/relationships/tags" Target="../tags/tag201.xml"/><Relationship Id="rId148" Type="http://schemas.openxmlformats.org/officeDocument/2006/relationships/image" Target="../media/image24.svg"/><Relationship Id="rId147" Type="http://schemas.openxmlformats.org/officeDocument/2006/relationships/image" Target="../media/image23.png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image" Target="../media/image22.svg"/><Relationship Id="rId143" Type="http://schemas.openxmlformats.org/officeDocument/2006/relationships/image" Target="../media/image21.png"/><Relationship Id="rId142" Type="http://schemas.openxmlformats.org/officeDocument/2006/relationships/tags" Target="../tags/tag198.xml"/><Relationship Id="rId141" Type="http://schemas.openxmlformats.org/officeDocument/2006/relationships/tags" Target="../tags/tag197.xml"/><Relationship Id="rId140" Type="http://schemas.openxmlformats.org/officeDocument/2006/relationships/tags" Target="../tags/tag196.xml"/><Relationship Id="rId14" Type="http://schemas.openxmlformats.org/officeDocument/2006/relationships/tags" Target="../tags/tag84.xml"/><Relationship Id="rId139" Type="http://schemas.openxmlformats.org/officeDocument/2006/relationships/tags" Target="../tags/tag195.xml"/><Relationship Id="rId138" Type="http://schemas.openxmlformats.org/officeDocument/2006/relationships/tags" Target="../tags/tag194.xml"/><Relationship Id="rId137" Type="http://schemas.openxmlformats.org/officeDocument/2006/relationships/tags" Target="../tags/tag193.xml"/><Relationship Id="rId136" Type="http://schemas.microsoft.com/office/2007/relationships/hdphoto" Target="../media/image20.wdp"/><Relationship Id="rId135" Type="http://schemas.openxmlformats.org/officeDocument/2006/relationships/image" Target="../media/image19.png"/><Relationship Id="rId134" Type="http://schemas.openxmlformats.org/officeDocument/2006/relationships/tags" Target="../tags/tag192.xml"/><Relationship Id="rId133" Type="http://schemas.openxmlformats.org/officeDocument/2006/relationships/tags" Target="../tags/tag191.xml"/><Relationship Id="rId132" Type="http://schemas.openxmlformats.org/officeDocument/2006/relationships/tags" Target="../tags/tag190.xml"/><Relationship Id="rId131" Type="http://schemas.openxmlformats.org/officeDocument/2006/relationships/tags" Target="../tags/tag189.xml"/><Relationship Id="rId130" Type="http://schemas.openxmlformats.org/officeDocument/2006/relationships/tags" Target="../tags/tag188.xml"/><Relationship Id="rId13" Type="http://schemas.openxmlformats.org/officeDocument/2006/relationships/tags" Target="../tags/tag83.xml"/><Relationship Id="rId129" Type="http://schemas.openxmlformats.org/officeDocument/2006/relationships/tags" Target="../tags/tag187.xml"/><Relationship Id="rId128" Type="http://schemas.openxmlformats.org/officeDocument/2006/relationships/tags" Target="../tags/tag186.xml"/><Relationship Id="rId127" Type="http://schemas.openxmlformats.org/officeDocument/2006/relationships/tags" Target="../tags/tag185.xml"/><Relationship Id="rId126" Type="http://schemas.openxmlformats.org/officeDocument/2006/relationships/tags" Target="../tags/tag184.xml"/><Relationship Id="rId125" Type="http://schemas.openxmlformats.org/officeDocument/2006/relationships/tags" Target="../tags/tag183.xml"/><Relationship Id="rId124" Type="http://schemas.openxmlformats.org/officeDocument/2006/relationships/tags" Target="../tags/tag182.xml"/><Relationship Id="rId123" Type="http://schemas.openxmlformats.org/officeDocument/2006/relationships/tags" Target="../tags/tag181.xml"/><Relationship Id="rId122" Type="http://schemas.openxmlformats.org/officeDocument/2006/relationships/tags" Target="../tags/tag180.xml"/><Relationship Id="rId121" Type="http://schemas.openxmlformats.org/officeDocument/2006/relationships/tags" Target="../tags/tag179.xml"/><Relationship Id="rId120" Type="http://schemas.openxmlformats.org/officeDocument/2006/relationships/tags" Target="../tags/tag178.xml"/><Relationship Id="rId12" Type="http://schemas.openxmlformats.org/officeDocument/2006/relationships/tags" Target="../tags/tag82.xml"/><Relationship Id="rId119" Type="http://schemas.openxmlformats.org/officeDocument/2006/relationships/tags" Target="../tags/tag177.xml"/><Relationship Id="rId118" Type="http://schemas.openxmlformats.org/officeDocument/2006/relationships/tags" Target="../tags/tag176.xml"/><Relationship Id="rId117" Type="http://schemas.openxmlformats.org/officeDocument/2006/relationships/tags" Target="../tags/tag175.xml"/><Relationship Id="rId116" Type="http://schemas.openxmlformats.org/officeDocument/2006/relationships/tags" Target="../tags/tag174.xml"/><Relationship Id="rId115" Type="http://schemas.openxmlformats.org/officeDocument/2006/relationships/tags" Target="../tags/tag173.xml"/><Relationship Id="rId114" Type="http://schemas.openxmlformats.org/officeDocument/2006/relationships/tags" Target="../tags/tag172.xml"/><Relationship Id="rId113" Type="http://schemas.openxmlformats.org/officeDocument/2006/relationships/tags" Target="../tags/tag171.xml"/><Relationship Id="rId112" Type="http://schemas.openxmlformats.org/officeDocument/2006/relationships/tags" Target="../tags/tag170.xml"/><Relationship Id="rId111" Type="http://schemas.openxmlformats.org/officeDocument/2006/relationships/tags" Target="../tags/tag169.xml"/><Relationship Id="rId110" Type="http://schemas.openxmlformats.org/officeDocument/2006/relationships/tags" Target="../tags/tag168.xml"/><Relationship Id="rId11" Type="http://schemas.openxmlformats.org/officeDocument/2006/relationships/tags" Target="../tags/tag81.xml"/><Relationship Id="rId109" Type="http://schemas.openxmlformats.org/officeDocument/2006/relationships/tags" Target="../tags/tag167.xml"/><Relationship Id="rId108" Type="http://schemas.openxmlformats.org/officeDocument/2006/relationships/tags" Target="../tags/tag166.xml"/><Relationship Id="rId107" Type="http://schemas.openxmlformats.org/officeDocument/2006/relationships/tags" Target="../tags/tag165.xml"/><Relationship Id="rId106" Type="http://schemas.openxmlformats.org/officeDocument/2006/relationships/tags" Target="../tags/tag164.xml"/><Relationship Id="rId105" Type="http://schemas.openxmlformats.org/officeDocument/2006/relationships/tags" Target="../tags/tag163.xml"/><Relationship Id="rId104" Type="http://schemas.openxmlformats.org/officeDocument/2006/relationships/tags" Target="../tags/tag162.xml"/><Relationship Id="rId103" Type="http://schemas.openxmlformats.org/officeDocument/2006/relationships/tags" Target="../tags/tag161.xml"/><Relationship Id="rId102" Type="http://schemas.openxmlformats.org/officeDocument/2006/relationships/tags" Target="../tags/tag160.xml"/><Relationship Id="rId101" Type="http://schemas.openxmlformats.org/officeDocument/2006/relationships/tags" Target="../tags/tag159.xml"/><Relationship Id="rId100" Type="http://schemas.openxmlformats.org/officeDocument/2006/relationships/tags" Target="../tags/tag158.xml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97452" y="3231563"/>
            <a:ext cx="4506155" cy="3305307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474162" y="5388145"/>
            <a:ext cx="3416432" cy="1051635"/>
            <a:chOff x="4323710" y="5542177"/>
            <a:chExt cx="3876573" cy="1051635"/>
          </a:xfrm>
        </p:grpSpPr>
        <p:sp>
          <p:nvSpPr>
            <p:cNvPr id="23" name="文本框 22"/>
            <p:cNvSpPr txBox="1"/>
            <p:nvPr>
              <p:custDataLst>
                <p:tags r:id="rId3"/>
              </p:custDataLst>
            </p:nvPr>
          </p:nvSpPr>
          <p:spPr>
            <a:xfrm>
              <a:off x="4481401" y="5542177"/>
              <a:ext cx="3718882" cy="1051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基于</a:t>
              </a:r>
              <a:r>
                <a:rPr lang="zh-CN" altLang="en-US" sz="14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区块链的高效跨域认证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1450" indent="-171450">
                <a:lnSpc>
                  <a:spcPts val="17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身份认证信息可信共享，建立跨域互信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171450" indent="-171450">
                <a:lnSpc>
                  <a:spcPts val="1700"/>
                </a:lnSpc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链上比对查验数字证书，简化认证流程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171450" indent="-171450">
                <a:lnSpc>
                  <a:spcPts val="17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抵御单点故障，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提供高可用认证服务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等腰三角形 23"/>
            <p:cNvSpPr/>
            <p:nvPr>
              <p:custDataLst>
                <p:tags r:id="rId4"/>
              </p:custDataLst>
            </p:nvPr>
          </p:nvSpPr>
          <p:spPr>
            <a:xfrm rot="5400000">
              <a:off x="4313634" y="5666049"/>
              <a:ext cx="177843" cy="157692"/>
            </a:xfrm>
            <a:prstGeom prst="triangle">
              <a:avLst/>
            </a:prstGeom>
            <a:solidFill>
              <a:srgbClr val="3C2078"/>
            </a:solidFill>
            <a:ln w="381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</p:txBody>
        </p:sp>
      </p:grpSp>
      <p:sp>
        <p:nvSpPr>
          <p:cNvPr id="4" name="矩形: 圆角 2"/>
          <p:cNvSpPr/>
          <p:nvPr>
            <p:custDataLst>
              <p:tags r:id="rId5"/>
            </p:custDataLst>
          </p:nvPr>
        </p:nvSpPr>
        <p:spPr>
          <a:xfrm>
            <a:off x="304800" y="2880553"/>
            <a:ext cx="1687818" cy="36875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集中式身份认证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0" name="矩形: 圆角 39"/>
          <p:cNvSpPr/>
          <p:nvPr>
            <p:custDataLst>
              <p:tags r:id="rId6"/>
            </p:custDataLst>
          </p:nvPr>
        </p:nvSpPr>
        <p:spPr>
          <a:xfrm>
            <a:off x="4292847" y="2891086"/>
            <a:ext cx="2712427" cy="36875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基于区块链的分布式身份认证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25246" y="3482868"/>
            <a:ext cx="1130697" cy="840056"/>
            <a:chOff x="3494941" y="3482868"/>
            <a:chExt cx="1130697" cy="840056"/>
          </a:xfrm>
        </p:grpSpPr>
        <p:grpSp>
          <p:nvGrpSpPr>
            <p:cNvPr id="5" name="组合 4"/>
            <p:cNvGrpSpPr/>
            <p:nvPr/>
          </p:nvGrpSpPr>
          <p:grpSpPr>
            <a:xfrm>
              <a:off x="3494941" y="3482868"/>
              <a:ext cx="1087292" cy="840056"/>
              <a:chOff x="3006968" y="5426531"/>
              <a:chExt cx="1087292" cy="840056"/>
            </a:xfrm>
          </p:grpSpPr>
          <p:sp>
            <p:nvSpPr>
              <p:cNvPr id="36" name="箭头: 右 35"/>
              <p:cNvSpPr/>
              <p:nvPr>
                <p:custDataLst>
                  <p:tags r:id="rId7"/>
                </p:custDataLst>
              </p:nvPr>
            </p:nvSpPr>
            <p:spPr>
              <a:xfrm>
                <a:off x="3006968" y="5426531"/>
                <a:ext cx="924634" cy="840056"/>
              </a:xfrm>
              <a:prstGeom prst="rightArrow">
                <a:avLst>
                  <a:gd name="adj1" fmla="val 59699"/>
                  <a:gd name="adj2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认证效率大幅提升</a:t>
                </a:r>
                <a:endParaRPr lang="en-US" altLang="zh-CN" sz="1400" dirty="0">
                  <a:solidFill>
                    <a:srgbClr val="7F7F7F"/>
                  </a:solidFill>
                </a:endParaRPr>
              </a:p>
            </p:txBody>
          </p:sp>
          <p:sp>
            <p:nvSpPr>
              <p:cNvPr id="8" name="等腰三角形 7"/>
              <p:cNvSpPr/>
              <p:nvPr>
                <p:custDataLst>
                  <p:tags r:id="rId8"/>
                </p:custDataLst>
              </p:nvPr>
            </p:nvSpPr>
            <p:spPr>
              <a:xfrm rot="5400000">
                <a:off x="3624298" y="5761973"/>
                <a:ext cx="773448" cy="166476"/>
              </a:xfrm>
              <a:prstGeom prst="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2" name="图形 41" descr="箭头: 顺时针弯曲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4205876" y="3698728"/>
              <a:ext cx="419762" cy="483338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86345" y="3204349"/>
            <a:ext cx="3112176" cy="2255424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3" name="矩形 1042"/>
          <p:cNvSpPr/>
          <p:nvPr>
            <p:custDataLst>
              <p:tags r:id="rId1"/>
            </p:custDataLst>
          </p:nvPr>
        </p:nvSpPr>
        <p:spPr>
          <a:xfrm>
            <a:off x="3782531" y="2927812"/>
            <a:ext cx="1077663" cy="1401372"/>
          </a:xfrm>
          <a:custGeom>
            <a:avLst/>
            <a:gdLst>
              <a:gd name="connsiteX0" fmla="*/ 0 w 767532"/>
              <a:gd name="connsiteY0" fmla="*/ 0 h 1405855"/>
              <a:gd name="connsiteX1" fmla="*/ 767532 w 767532"/>
              <a:gd name="connsiteY1" fmla="*/ 0 h 1405855"/>
              <a:gd name="connsiteX2" fmla="*/ 767532 w 767532"/>
              <a:gd name="connsiteY2" fmla="*/ 1405855 h 1405855"/>
              <a:gd name="connsiteX3" fmla="*/ 0 w 767532"/>
              <a:gd name="connsiteY3" fmla="*/ 1405855 h 1405855"/>
              <a:gd name="connsiteX4" fmla="*/ 0 w 767532"/>
              <a:gd name="connsiteY4" fmla="*/ 0 h 1405855"/>
              <a:gd name="connsiteX0-1" fmla="*/ 0 w 776497"/>
              <a:gd name="connsiteY0-2" fmla="*/ 0 h 1405855"/>
              <a:gd name="connsiteX1-3" fmla="*/ 776497 w 776497"/>
              <a:gd name="connsiteY1-4" fmla="*/ 4483 h 1405855"/>
              <a:gd name="connsiteX2-5" fmla="*/ 767532 w 776497"/>
              <a:gd name="connsiteY2-6" fmla="*/ 1405855 h 1405855"/>
              <a:gd name="connsiteX3-7" fmla="*/ 0 w 776497"/>
              <a:gd name="connsiteY3-8" fmla="*/ 1405855 h 1405855"/>
              <a:gd name="connsiteX4-9" fmla="*/ 0 w 776497"/>
              <a:gd name="connsiteY4-10" fmla="*/ 0 h 1405855"/>
              <a:gd name="connsiteX0-11" fmla="*/ 0 w 785461"/>
              <a:gd name="connsiteY0-12" fmla="*/ 443752 h 1401372"/>
              <a:gd name="connsiteX1-13" fmla="*/ 785461 w 785461"/>
              <a:gd name="connsiteY1-14" fmla="*/ 0 h 1401372"/>
              <a:gd name="connsiteX2-15" fmla="*/ 776496 w 785461"/>
              <a:gd name="connsiteY2-16" fmla="*/ 1401372 h 1401372"/>
              <a:gd name="connsiteX3-17" fmla="*/ 8964 w 785461"/>
              <a:gd name="connsiteY3-18" fmla="*/ 1401372 h 1401372"/>
              <a:gd name="connsiteX4-19" fmla="*/ 0 w 785461"/>
              <a:gd name="connsiteY4-20" fmla="*/ 443752 h 1401372"/>
              <a:gd name="connsiteX0-21" fmla="*/ 0 w 785461"/>
              <a:gd name="connsiteY0-22" fmla="*/ 443752 h 1401372"/>
              <a:gd name="connsiteX1-23" fmla="*/ 785461 w 785461"/>
              <a:gd name="connsiteY1-24" fmla="*/ 0 h 1401372"/>
              <a:gd name="connsiteX2-25" fmla="*/ 776496 w 785461"/>
              <a:gd name="connsiteY2-26" fmla="*/ 1401372 h 1401372"/>
              <a:gd name="connsiteX3-27" fmla="*/ 8964 w 785461"/>
              <a:gd name="connsiteY3-28" fmla="*/ 791772 h 1401372"/>
              <a:gd name="connsiteX4-29" fmla="*/ 0 w 785461"/>
              <a:gd name="connsiteY4-30" fmla="*/ 443752 h 1401372"/>
              <a:gd name="connsiteX0-31" fmla="*/ 0 w 785461"/>
              <a:gd name="connsiteY0-32" fmla="*/ 443752 h 1401372"/>
              <a:gd name="connsiteX1-33" fmla="*/ 394446 w 785461"/>
              <a:gd name="connsiteY1-34" fmla="*/ 326880 h 1401372"/>
              <a:gd name="connsiteX2-35" fmla="*/ 785461 w 785461"/>
              <a:gd name="connsiteY2-36" fmla="*/ 0 h 1401372"/>
              <a:gd name="connsiteX3-37" fmla="*/ 776496 w 785461"/>
              <a:gd name="connsiteY3-38" fmla="*/ 1401372 h 1401372"/>
              <a:gd name="connsiteX4-39" fmla="*/ 8964 w 785461"/>
              <a:gd name="connsiteY4-40" fmla="*/ 791772 h 1401372"/>
              <a:gd name="connsiteX5" fmla="*/ 0 w 785461"/>
              <a:gd name="connsiteY5" fmla="*/ 443752 h 1401372"/>
              <a:gd name="connsiteX0-41" fmla="*/ 0 w 785461"/>
              <a:gd name="connsiteY0-42" fmla="*/ 443752 h 1401372"/>
              <a:gd name="connsiteX1-43" fmla="*/ 394446 w 785461"/>
              <a:gd name="connsiteY1-44" fmla="*/ 326880 h 1401372"/>
              <a:gd name="connsiteX2-45" fmla="*/ 785461 w 785461"/>
              <a:gd name="connsiteY2-46" fmla="*/ 0 h 1401372"/>
              <a:gd name="connsiteX3-47" fmla="*/ 776496 w 785461"/>
              <a:gd name="connsiteY3-48" fmla="*/ 1401372 h 1401372"/>
              <a:gd name="connsiteX4-49" fmla="*/ 8964 w 785461"/>
              <a:gd name="connsiteY4-50" fmla="*/ 791772 h 1401372"/>
              <a:gd name="connsiteX5-51" fmla="*/ 0 w 785461"/>
              <a:gd name="connsiteY5-52" fmla="*/ 443752 h 1401372"/>
              <a:gd name="connsiteX0-53" fmla="*/ 0 w 785461"/>
              <a:gd name="connsiteY0-54" fmla="*/ 443752 h 1401372"/>
              <a:gd name="connsiteX1-55" fmla="*/ 394446 w 785461"/>
              <a:gd name="connsiteY1-56" fmla="*/ 326880 h 1401372"/>
              <a:gd name="connsiteX2-57" fmla="*/ 785461 w 785461"/>
              <a:gd name="connsiteY2-58" fmla="*/ 0 h 1401372"/>
              <a:gd name="connsiteX3-59" fmla="*/ 776496 w 785461"/>
              <a:gd name="connsiteY3-60" fmla="*/ 1401372 h 1401372"/>
              <a:gd name="connsiteX4-61" fmla="*/ 8964 w 785461"/>
              <a:gd name="connsiteY4-62" fmla="*/ 791772 h 1401372"/>
              <a:gd name="connsiteX5-63" fmla="*/ 0 w 785461"/>
              <a:gd name="connsiteY5-64" fmla="*/ 443752 h 1401372"/>
              <a:gd name="connsiteX0-65" fmla="*/ 0 w 785461"/>
              <a:gd name="connsiteY0-66" fmla="*/ 443752 h 1401372"/>
              <a:gd name="connsiteX1-67" fmla="*/ 134470 w 785461"/>
              <a:gd name="connsiteY1-68" fmla="*/ 434456 h 1401372"/>
              <a:gd name="connsiteX2-69" fmla="*/ 394446 w 785461"/>
              <a:gd name="connsiteY2-70" fmla="*/ 326880 h 1401372"/>
              <a:gd name="connsiteX3-71" fmla="*/ 785461 w 785461"/>
              <a:gd name="connsiteY3-72" fmla="*/ 0 h 1401372"/>
              <a:gd name="connsiteX4-73" fmla="*/ 776496 w 785461"/>
              <a:gd name="connsiteY4-74" fmla="*/ 1401372 h 1401372"/>
              <a:gd name="connsiteX5-75" fmla="*/ 8964 w 785461"/>
              <a:gd name="connsiteY5-76" fmla="*/ 791772 h 1401372"/>
              <a:gd name="connsiteX6" fmla="*/ 0 w 785461"/>
              <a:gd name="connsiteY6" fmla="*/ 443752 h 1401372"/>
              <a:gd name="connsiteX0-77" fmla="*/ 0 w 785461"/>
              <a:gd name="connsiteY0-78" fmla="*/ 443752 h 1401372"/>
              <a:gd name="connsiteX1-79" fmla="*/ 134470 w 785461"/>
              <a:gd name="connsiteY1-80" fmla="*/ 434456 h 1401372"/>
              <a:gd name="connsiteX2-81" fmla="*/ 394446 w 785461"/>
              <a:gd name="connsiteY2-82" fmla="*/ 326880 h 1401372"/>
              <a:gd name="connsiteX3-83" fmla="*/ 785461 w 785461"/>
              <a:gd name="connsiteY3-84" fmla="*/ 0 h 1401372"/>
              <a:gd name="connsiteX4-85" fmla="*/ 776496 w 785461"/>
              <a:gd name="connsiteY4-86" fmla="*/ 1401372 h 1401372"/>
              <a:gd name="connsiteX5-87" fmla="*/ 313764 w 785461"/>
              <a:gd name="connsiteY5-88" fmla="*/ 940962 h 1401372"/>
              <a:gd name="connsiteX6-89" fmla="*/ 8964 w 785461"/>
              <a:gd name="connsiteY6-90" fmla="*/ 791772 h 1401372"/>
              <a:gd name="connsiteX7" fmla="*/ 0 w 785461"/>
              <a:gd name="connsiteY7" fmla="*/ 443752 h 1401372"/>
              <a:gd name="connsiteX0-91" fmla="*/ 0 w 785461"/>
              <a:gd name="connsiteY0-92" fmla="*/ 443752 h 1401372"/>
              <a:gd name="connsiteX1-93" fmla="*/ 134470 w 785461"/>
              <a:gd name="connsiteY1-94" fmla="*/ 434456 h 1401372"/>
              <a:gd name="connsiteX2-95" fmla="*/ 394446 w 785461"/>
              <a:gd name="connsiteY2-96" fmla="*/ 326880 h 1401372"/>
              <a:gd name="connsiteX3-97" fmla="*/ 785461 w 785461"/>
              <a:gd name="connsiteY3-98" fmla="*/ 0 h 1401372"/>
              <a:gd name="connsiteX4-99" fmla="*/ 776496 w 785461"/>
              <a:gd name="connsiteY4-100" fmla="*/ 1401372 h 1401372"/>
              <a:gd name="connsiteX5-101" fmla="*/ 313764 w 785461"/>
              <a:gd name="connsiteY5-102" fmla="*/ 940962 h 1401372"/>
              <a:gd name="connsiteX6-103" fmla="*/ 8964 w 785461"/>
              <a:gd name="connsiteY6-104" fmla="*/ 791772 h 1401372"/>
              <a:gd name="connsiteX7-105" fmla="*/ 0 w 785461"/>
              <a:gd name="connsiteY7-106" fmla="*/ 443752 h 1401372"/>
              <a:gd name="connsiteX0-107" fmla="*/ 0 w 785461"/>
              <a:gd name="connsiteY0-108" fmla="*/ 443752 h 1401372"/>
              <a:gd name="connsiteX1-109" fmla="*/ 134470 w 785461"/>
              <a:gd name="connsiteY1-110" fmla="*/ 434456 h 1401372"/>
              <a:gd name="connsiteX2-111" fmla="*/ 394446 w 785461"/>
              <a:gd name="connsiteY2-112" fmla="*/ 326880 h 1401372"/>
              <a:gd name="connsiteX3-113" fmla="*/ 785461 w 785461"/>
              <a:gd name="connsiteY3-114" fmla="*/ 0 h 1401372"/>
              <a:gd name="connsiteX4-115" fmla="*/ 776496 w 785461"/>
              <a:gd name="connsiteY4-116" fmla="*/ 1401372 h 1401372"/>
              <a:gd name="connsiteX5-117" fmla="*/ 313764 w 785461"/>
              <a:gd name="connsiteY5-118" fmla="*/ 940962 h 1401372"/>
              <a:gd name="connsiteX6-119" fmla="*/ 8964 w 785461"/>
              <a:gd name="connsiteY6-120" fmla="*/ 791772 h 1401372"/>
              <a:gd name="connsiteX7-121" fmla="*/ 0 w 785461"/>
              <a:gd name="connsiteY7-122" fmla="*/ 443752 h 1401372"/>
              <a:gd name="connsiteX0-123" fmla="*/ 1 w 776497"/>
              <a:gd name="connsiteY0-124" fmla="*/ 228599 h 1401372"/>
              <a:gd name="connsiteX1-125" fmla="*/ 125506 w 776497"/>
              <a:gd name="connsiteY1-126" fmla="*/ 434456 h 1401372"/>
              <a:gd name="connsiteX2-127" fmla="*/ 385482 w 776497"/>
              <a:gd name="connsiteY2-128" fmla="*/ 326880 h 1401372"/>
              <a:gd name="connsiteX3-129" fmla="*/ 776497 w 776497"/>
              <a:gd name="connsiteY3-130" fmla="*/ 0 h 1401372"/>
              <a:gd name="connsiteX4-131" fmla="*/ 767532 w 776497"/>
              <a:gd name="connsiteY4-132" fmla="*/ 1401372 h 1401372"/>
              <a:gd name="connsiteX5-133" fmla="*/ 304800 w 776497"/>
              <a:gd name="connsiteY5-134" fmla="*/ 940962 h 1401372"/>
              <a:gd name="connsiteX6-135" fmla="*/ 0 w 776497"/>
              <a:gd name="connsiteY6-136" fmla="*/ 791772 h 1401372"/>
              <a:gd name="connsiteX7-137" fmla="*/ 1 w 776497"/>
              <a:gd name="connsiteY7-138" fmla="*/ 228599 h 1401372"/>
              <a:gd name="connsiteX0-139" fmla="*/ 1 w 776497"/>
              <a:gd name="connsiteY0-140" fmla="*/ 228599 h 1401372"/>
              <a:gd name="connsiteX1-141" fmla="*/ 125506 w 776497"/>
              <a:gd name="connsiteY1-142" fmla="*/ 434456 h 1401372"/>
              <a:gd name="connsiteX2-143" fmla="*/ 385482 w 776497"/>
              <a:gd name="connsiteY2-144" fmla="*/ 326880 h 1401372"/>
              <a:gd name="connsiteX3-145" fmla="*/ 776497 w 776497"/>
              <a:gd name="connsiteY3-146" fmla="*/ 0 h 1401372"/>
              <a:gd name="connsiteX4-147" fmla="*/ 767532 w 776497"/>
              <a:gd name="connsiteY4-148" fmla="*/ 1401372 h 1401372"/>
              <a:gd name="connsiteX5-149" fmla="*/ 304800 w 776497"/>
              <a:gd name="connsiteY5-150" fmla="*/ 940962 h 1401372"/>
              <a:gd name="connsiteX6-151" fmla="*/ 0 w 776497"/>
              <a:gd name="connsiteY6-152" fmla="*/ 791772 h 1401372"/>
              <a:gd name="connsiteX7-153" fmla="*/ 1 w 776497"/>
              <a:gd name="connsiteY7-154" fmla="*/ 228599 h 1401372"/>
              <a:gd name="connsiteX0-155" fmla="*/ 1 w 776497"/>
              <a:gd name="connsiteY0-156" fmla="*/ 228599 h 1401372"/>
              <a:gd name="connsiteX1-157" fmla="*/ 125506 w 776497"/>
              <a:gd name="connsiteY1-158" fmla="*/ 434456 h 1401372"/>
              <a:gd name="connsiteX2-159" fmla="*/ 385482 w 776497"/>
              <a:gd name="connsiteY2-160" fmla="*/ 246198 h 1401372"/>
              <a:gd name="connsiteX3-161" fmla="*/ 776497 w 776497"/>
              <a:gd name="connsiteY3-162" fmla="*/ 0 h 1401372"/>
              <a:gd name="connsiteX4-163" fmla="*/ 767532 w 776497"/>
              <a:gd name="connsiteY4-164" fmla="*/ 1401372 h 1401372"/>
              <a:gd name="connsiteX5-165" fmla="*/ 304800 w 776497"/>
              <a:gd name="connsiteY5-166" fmla="*/ 940962 h 1401372"/>
              <a:gd name="connsiteX6-167" fmla="*/ 0 w 776497"/>
              <a:gd name="connsiteY6-168" fmla="*/ 791772 h 1401372"/>
              <a:gd name="connsiteX7-169" fmla="*/ 1 w 776497"/>
              <a:gd name="connsiteY7-170" fmla="*/ 228599 h 1401372"/>
              <a:gd name="connsiteX0-171" fmla="*/ 1 w 776497"/>
              <a:gd name="connsiteY0-172" fmla="*/ 228599 h 1401372"/>
              <a:gd name="connsiteX1-173" fmla="*/ 125506 w 776497"/>
              <a:gd name="connsiteY1-174" fmla="*/ 434456 h 1401372"/>
              <a:gd name="connsiteX2-175" fmla="*/ 385482 w 776497"/>
              <a:gd name="connsiteY2-176" fmla="*/ 246198 h 1401372"/>
              <a:gd name="connsiteX3-177" fmla="*/ 776497 w 776497"/>
              <a:gd name="connsiteY3-178" fmla="*/ 0 h 1401372"/>
              <a:gd name="connsiteX4-179" fmla="*/ 767532 w 776497"/>
              <a:gd name="connsiteY4-180" fmla="*/ 1401372 h 1401372"/>
              <a:gd name="connsiteX5-181" fmla="*/ 304800 w 776497"/>
              <a:gd name="connsiteY5-182" fmla="*/ 940962 h 1401372"/>
              <a:gd name="connsiteX6-183" fmla="*/ 0 w 776497"/>
              <a:gd name="connsiteY6-184" fmla="*/ 791772 h 1401372"/>
              <a:gd name="connsiteX7-185" fmla="*/ 1 w 776497"/>
              <a:gd name="connsiteY7-186" fmla="*/ 228599 h 1401372"/>
              <a:gd name="connsiteX0-187" fmla="*/ 1 w 776497"/>
              <a:gd name="connsiteY0-188" fmla="*/ 228599 h 1401372"/>
              <a:gd name="connsiteX1-189" fmla="*/ 121023 w 776497"/>
              <a:gd name="connsiteY1-190" fmla="*/ 255162 h 1401372"/>
              <a:gd name="connsiteX2-191" fmla="*/ 385482 w 776497"/>
              <a:gd name="connsiteY2-192" fmla="*/ 246198 h 1401372"/>
              <a:gd name="connsiteX3-193" fmla="*/ 776497 w 776497"/>
              <a:gd name="connsiteY3-194" fmla="*/ 0 h 1401372"/>
              <a:gd name="connsiteX4-195" fmla="*/ 767532 w 776497"/>
              <a:gd name="connsiteY4-196" fmla="*/ 1401372 h 1401372"/>
              <a:gd name="connsiteX5-197" fmla="*/ 304800 w 776497"/>
              <a:gd name="connsiteY5-198" fmla="*/ 940962 h 1401372"/>
              <a:gd name="connsiteX6-199" fmla="*/ 0 w 776497"/>
              <a:gd name="connsiteY6-200" fmla="*/ 791772 h 1401372"/>
              <a:gd name="connsiteX7-201" fmla="*/ 1 w 776497"/>
              <a:gd name="connsiteY7-202" fmla="*/ 228599 h 1401372"/>
              <a:gd name="connsiteX0-203" fmla="*/ 1 w 776497"/>
              <a:gd name="connsiteY0-204" fmla="*/ 228599 h 1401372"/>
              <a:gd name="connsiteX1-205" fmla="*/ 121023 w 776497"/>
              <a:gd name="connsiteY1-206" fmla="*/ 255162 h 1401372"/>
              <a:gd name="connsiteX2-207" fmla="*/ 394447 w 776497"/>
              <a:gd name="connsiteY2-208" fmla="*/ 205857 h 1401372"/>
              <a:gd name="connsiteX3-209" fmla="*/ 776497 w 776497"/>
              <a:gd name="connsiteY3-210" fmla="*/ 0 h 1401372"/>
              <a:gd name="connsiteX4-211" fmla="*/ 767532 w 776497"/>
              <a:gd name="connsiteY4-212" fmla="*/ 1401372 h 1401372"/>
              <a:gd name="connsiteX5-213" fmla="*/ 304800 w 776497"/>
              <a:gd name="connsiteY5-214" fmla="*/ 940962 h 1401372"/>
              <a:gd name="connsiteX6-215" fmla="*/ 0 w 776497"/>
              <a:gd name="connsiteY6-216" fmla="*/ 791772 h 1401372"/>
              <a:gd name="connsiteX7-217" fmla="*/ 1 w 776497"/>
              <a:gd name="connsiteY7-218" fmla="*/ 228599 h 1401372"/>
              <a:gd name="connsiteX0-219" fmla="*/ 185394 w 961890"/>
              <a:gd name="connsiteY0-220" fmla="*/ 228599 h 1401372"/>
              <a:gd name="connsiteX1-221" fmla="*/ 10581 w 961890"/>
              <a:gd name="connsiteY1-222" fmla="*/ 273092 h 1401372"/>
              <a:gd name="connsiteX2-223" fmla="*/ 579840 w 961890"/>
              <a:gd name="connsiteY2-224" fmla="*/ 205857 h 1401372"/>
              <a:gd name="connsiteX3-225" fmla="*/ 961890 w 961890"/>
              <a:gd name="connsiteY3-226" fmla="*/ 0 h 1401372"/>
              <a:gd name="connsiteX4-227" fmla="*/ 952925 w 961890"/>
              <a:gd name="connsiteY4-228" fmla="*/ 1401372 h 1401372"/>
              <a:gd name="connsiteX5-229" fmla="*/ 490193 w 961890"/>
              <a:gd name="connsiteY5-230" fmla="*/ 940962 h 1401372"/>
              <a:gd name="connsiteX6-231" fmla="*/ 185393 w 961890"/>
              <a:gd name="connsiteY6-232" fmla="*/ 791772 h 1401372"/>
              <a:gd name="connsiteX7-233" fmla="*/ 185394 w 961890"/>
              <a:gd name="connsiteY7-234" fmla="*/ 228599 h 1401372"/>
              <a:gd name="connsiteX0-235" fmla="*/ 185394 w 1077663"/>
              <a:gd name="connsiteY0-236" fmla="*/ 228599 h 1401372"/>
              <a:gd name="connsiteX1-237" fmla="*/ 10581 w 1077663"/>
              <a:gd name="connsiteY1-238" fmla="*/ 273092 h 1401372"/>
              <a:gd name="connsiteX2-239" fmla="*/ 1028075 w 1077663"/>
              <a:gd name="connsiteY2-240" fmla="*/ 187928 h 1401372"/>
              <a:gd name="connsiteX3-241" fmla="*/ 961890 w 1077663"/>
              <a:gd name="connsiteY3-242" fmla="*/ 0 h 1401372"/>
              <a:gd name="connsiteX4-243" fmla="*/ 952925 w 1077663"/>
              <a:gd name="connsiteY4-244" fmla="*/ 1401372 h 1401372"/>
              <a:gd name="connsiteX5-245" fmla="*/ 490193 w 1077663"/>
              <a:gd name="connsiteY5-246" fmla="*/ 940962 h 1401372"/>
              <a:gd name="connsiteX6-247" fmla="*/ 185393 w 1077663"/>
              <a:gd name="connsiteY6-248" fmla="*/ 791772 h 1401372"/>
              <a:gd name="connsiteX7-249" fmla="*/ 185394 w 1077663"/>
              <a:gd name="connsiteY7-250" fmla="*/ 228599 h 14013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51" y="connsiteY5-52"/>
              </a:cxn>
              <a:cxn ang="0">
                <a:pos x="connsiteX6-89" y="connsiteY6-90"/>
              </a:cxn>
              <a:cxn ang="0">
                <a:pos x="connsiteX7-105" y="connsiteY7-106"/>
              </a:cxn>
            </a:cxnLst>
            <a:rect l="l" t="t" r="r" b="b"/>
            <a:pathLst>
              <a:path w="1077663" h="1401372">
                <a:moveTo>
                  <a:pt x="185394" y="228599"/>
                </a:moveTo>
                <a:cubicBezTo>
                  <a:pt x="207806" y="162323"/>
                  <a:pt x="-55160" y="292571"/>
                  <a:pt x="10581" y="273092"/>
                </a:cubicBezTo>
                <a:cubicBezTo>
                  <a:pt x="76322" y="87766"/>
                  <a:pt x="921070" y="253614"/>
                  <a:pt x="1028075" y="187928"/>
                </a:cubicBezTo>
                <a:cubicBezTo>
                  <a:pt x="1207720" y="168615"/>
                  <a:pt x="831552" y="108960"/>
                  <a:pt x="961890" y="0"/>
                </a:cubicBezTo>
                <a:cubicBezTo>
                  <a:pt x="958902" y="467124"/>
                  <a:pt x="955913" y="934248"/>
                  <a:pt x="952925" y="1401372"/>
                </a:cubicBezTo>
                <a:cubicBezTo>
                  <a:pt x="783740" y="1267326"/>
                  <a:pt x="699720" y="1048114"/>
                  <a:pt x="490193" y="940962"/>
                </a:cubicBezTo>
                <a:cubicBezTo>
                  <a:pt x="316876" y="810550"/>
                  <a:pt x="286993" y="841502"/>
                  <a:pt x="185393" y="791772"/>
                </a:cubicBezTo>
                <a:cubicBezTo>
                  <a:pt x="185393" y="604048"/>
                  <a:pt x="185394" y="416323"/>
                  <a:pt x="185394" y="2285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685" name="图片 68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5" t="41813" b="14113"/>
          <a:stretch>
            <a:fillRect/>
          </a:stretch>
        </p:blipFill>
        <p:spPr>
          <a:xfrm flipH="1">
            <a:off x="395017" y="3033709"/>
            <a:ext cx="3607735" cy="2560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86" name="平行四边形 685"/>
          <p:cNvSpPr/>
          <p:nvPr>
            <p:custDataLst>
              <p:tags r:id="rId4"/>
            </p:custDataLst>
          </p:nvPr>
        </p:nvSpPr>
        <p:spPr>
          <a:xfrm>
            <a:off x="869578" y="5163316"/>
            <a:ext cx="2510031" cy="345800"/>
          </a:xfrm>
          <a:prstGeom prst="parallelogram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集中式信息共享与认证平台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7" name="图片 68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98" y="3437271"/>
            <a:ext cx="364602" cy="364602"/>
          </a:xfrm>
          <a:prstGeom prst="rect">
            <a:avLst/>
          </a:prstGeom>
        </p:spPr>
      </p:pic>
      <p:cxnSp>
        <p:nvCxnSpPr>
          <p:cNvPr id="688" name="直接连接符 687"/>
          <p:cNvCxnSpPr/>
          <p:nvPr>
            <p:custDataLst>
              <p:tags r:id="rId7"/>
            </p:custDataLst>
          </p:nvPr>
        </p:nvCxnSpPr>
        <p:spPr>
          <a:xfrm flipH="1" flipV="1">
            <a:off x="2448925" y="3730483"/>
            <a:ext cx="964663" cy="385842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9" name="直接连接符 688"/>
          <p:cNvCxnSpPr>
            <a:endCxn id="718" idx="0"/>
          </p:cNvCxnSpPr>
          <p:nvPr>
            <p:custDataLst>
              <p:tags r:id="rId8"/>
            </p:custDataLst>
          </p:nvPr>
        </p:nvCxnSpPr>
        <p:spPr>
          <a:xfrm flipH="1">
            <a:off x="1463567" y="3806213"/>
            <a:ext cx="468467" cy="406334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0" name="直接箭头连接符 689"/>
          <p:cNvCxnSpPr>
            <a:stCxn id="709" idx="3"/>
            <a:endCxn id="687" idx="3"/>
          </p:cNvCxnSpPr>
          <p:nvPr>
            <p:custDataLst>
              <p:tags r:id="rId9"/>
            </p:custDataLst>
          </p:nvPr>
        </p:nvCxnSpPr>
        <p:spPr>
          <a:xfrm flipH="1" flipV="1">
            <a:off x="1043500" y="3619572"/>
            <a:ext cx="791326" cy="4340"/>
          </a:xfrm>
          <a:prstGeom prst="straightConnector1">
            <a:avLst/>
          </a:prstGeom>
          <a:ln w="158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1" name="文本框 690"/>
          <p:cNvSpPr txBox="1"/>
          <p:nvPr>
            <p:custDataLst>
              <p:tags r:id="rId10"/>
            </p:custDataLst>
          </p:nvPr>
        </p:nvSpPr>
        <p:spPr>
          <a:xfrm>
            <a:off x="1088675" y="3416452"/>
            <a:ext cx="6498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物理层屏蔽</a:t>
            </a:r>
            <a:endParaRPr lang="zh-CN" altLang="en-US" sz="7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2" name="直接连接符 691"/>
          <p:cNvCxnSpPr/>
          <p:nvPr>
            <p:custDataLst>
              <p:tags r:id="rId11"/>
            </p:custDataLst>
          </p:nvPr>
        </p:nvCxnSpPr>
        <p:spPr>
          <a:xfrm flipH="1" flipV="1">
            <a:off x="2215121" y="3867783"/>
            <a:ext cx="227353" cy="272987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3" name="矩形: 圆角 692"/>
          <p:cNvSpPr/>
          <p:nvPr>
            <p:custDataLst>
              <p:tags r:id="rId12"/>
            </p:custDataLst>
          </p:nvPr>
        </p:nvSpPr>
        <p:spPr>
          <a:xfrm>
            <a:off x="1216554" y="4222299"/>
            <a:ext cx="524189" cy="503857"/>
          </a:xfrm>
          <a:prstGeom prst="roundRect">
            <a:avLst>
              <a:gd name="adj" fmla="val 8591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4" name="文本框 693"/>
          <p:cNvSpPr txBox="1"/>
          <p:nvPr>
            <p:custDataLst>
              <p:tags r:id="rId13"/>
            </p:custDataLst>
          </p:nvPr>
        </p:nvSpPr>
        <p:spPr>
          <a:xfrm>
            <a:off x="769532" y="4300812"/>
            <a:ext cx="493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随机退避接入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5" name="直接连接符 694"/>
          <p:cNvCxnSpPr>
            <a:stCxn id="712" idx="0"/>
          </p:cNvCxnSpPr>
          <p:nvPr>
            <p:custDataLst>
              <p:tags r:id="rId14"/>
            </p:custDataLst>
          </p:nvPr>
        </p:nvCxnSpPr>
        <p:spPr>
          <a:xfrm flipH="1" flipV="1">
            <a:off x="2342128" y="3801873"/>
            <a:ext cx="789137" cy="476703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6" name="文本框 695"/>
          <p:cNvSpPr txBox="1"/>
          <p:nvPr>
            <p:custDataLst>
              <p:tags r:id="rId15"/>
            </p:custDataLst>
          </p:nvPr>
        </p:nvSpPr>
        <p:spPr>
          <a:xfrm flipH="1">
            <a:off x="996486" y="3980115"/>
            <a:ext cx="6334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接入失败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7" name="图形 69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85308" y="3807872"/>
            <a:ext cx="214990" cy="214990"/>
          </a:xfrm>
          <a:prstGeom prst="rect">
            <a:avLst/>
          </a:prstGeom>
        </p:spPr>
      </p:pic>
      <p:pic>
        <p:nvPicPr>
          <p:cNvPr id="698" name="图形 69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07501" y="3264040"/>
            <a:ext cx="214990" cy="214990"/>
          </a:xfrm>
          <a:prstGeom prst="rect">
            <a:avLst/>
          </a:prstGeom>
        </p:spPr>
      </p:pic>
      <p:sp>
        <p:nvSpPr>
          <p:cNvPr id="699" name="矩形: 圆角 698"/>
          <p:cNvSpPr/>
          <p:nvPr>
            <p:custDataLst>
              <p:tags r:id="rId20"/>
            </p:custDataLst>
          </p:nvPr>
        </p:nvSpPr>
        <p:spPr>
          <a:xfrm>
            <a:off x="2271434" y="3950973"/>
            <a:ext cx="1567575" cy="800921"/>
          </a:xfrm>
          <a:prstGeom prst="roundRect">
            <a:avLst/>
          </a:prstGeom>
          <a:noFill/>
          <a:ln>
            <a:solidFill>
              <a:srgbClr val="7C7C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0" name="直接箭头连接符 699"/>
          <p:cNvCxnSpPr/>
          <p:nvPr>
            <p:custDataLst>
              <p:tags r:id="rId21"/>
            </p:custDataLst>
          </p:nvPr>
        </p:nvCxnSpPr>
        <p:spPr>
          <a:xfrm>
            <a:off x="1501658" y="4650105"/>
            <a:ext cx="0" cy="491341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文本框 700"/>
          <p:cNvSpPr txBox="1"/>
          <p:nvPr>
            <p:custDataLst>
              <p:tags r:id="rId22"/>
            </p:custDataLst>
          </p:nvPr>
        </p:nvSpPr>
        <p:spPr>
          <a:xfrm>
            <a:off x="1510609" y="4779945"/>
            <a:ext cx="73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同步接入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失败记录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2" name="直接箭头连接符 701"/>
          <p:cNvCxnSpPr/>
          <p:nvPr>
            <p:custDataLst>
              <p:tags r:id="rId23"/>
            </p:custDataLst>
          </p:nvPr>
        </p:nvCxnSpPr>
        <p:spPr>
          <a:xfrm>
            <a:off x="2629992" y="4751894"/>
            <a:ext cx="0" cy="39485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3" name="文本框 702"/>
          <p:cNvSpPr txBox="1"/>
          <p:nvPr>
            <p:custDataLst>
              <p:tags r:id="rId24"/>
            </p:custDataLst>
          </p:nvPr>
        </p:nvSpPr>
        <p:spPr>
          <a:xfrm>
            <a:off x="2683918" y="4806131"/>
            <a:ext cx="850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查询到失败记录，主动退避接入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04" name="组合 703"/>
          <p:cNvGrpSpPr/>
          <p:nvPr/>
        </p:nvGrpSpPr>
        <p:grpSpPr>
          <a:xfrm>
            <a:off x="2148774" y="4084485"/>
            <a:ext cx="827171" cy="461707"/>
            <a:chOff x="944846" y="3607500"/>
            <a:chExt cx="827171" cy="461707"/>
          </a:xfrm>
        </p:grpSpPr>
        <p:sp>
          <p:nvSpPr>
            <p:cNvPr id="705" name="文本框 704"/>
            <p:cNvSpPr txBox="1"/>
            <p:nvPr>
              <p:custDataLst>
                <p:tags r:id="rId25"/>
              </p:custDataLst>
            </p:nvPr>
          </p:nvSpPr>
          <p:spPr>
            <a:xfrm flipH="1">
              <a:off x="944846" y="3869152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UAV-1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06" name="图片 70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86" y="3607500"/>
              <a:ext cx="488114" cy="345801"/>
            </a:xfrm>
            <a:prstGeom prst="rect">
              <a:avLst/>
            </a:prstGeom>
          </p:spPr>
        </p:pic>
      </p:grpSp>
      <p:grpSp>
        <p:nvGrpSpPr>
          <p:cNvPr id="707" name="组合 706"/>
          <p:cNvGrpSpPr/>
          <p:nvPr/>
        </p:nvGrpSpPr>
        <p:grpSpPr>
          <a:xfrm>
            <a:off x="1834826" y="3137785"/>
            <a:ext cx="589249" cy="873609"/>
            <a:chOff x="2025196" y="2393485"/>
            <a:chExt cx="600463" cy="1023588"/>
          </a:xfrm>
        </p:grpSpPr>
        <p:sp>
          <p:nvSpPr>
            <p:cNvPr id="708" name="文本框 707"/>
            <p:cNvSpPr txBox="1"/>
            <p:nvPr>
              <p:custDataLst>
                <p:tags r:id="rId28"/>
              </p:custDataLst>
            </p:nvPr>
          </p:nvSpPr>
          <p:spPr>
            <a:xfrm>
              <a:off x="2061908" y="2393485"/>
              <a:ext cx="491405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接入点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09" name="图片 708" descr="图片包含 前, 红酒, 黑暗, 对&#10;&#10;描述已自动生成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 rotWithShape="1">
            <a:blip r:embed="rId30" cstate="print">
              <a:extLst>
                <a:ext uri="{BEBA8EAE-BF5A-486C-A8C5-ECC9F3942E4B}">
                  <a14:imgProps xmlns:a14="http://schemas.microsoft.com/office/drawing/2010/main">
                    <a14:imgLayer r:embed="rId31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400" r="11492"/>
            <a:stretch>
              <a:fillRect/>
            </a:stretch>
          </p:blipFill>
          <p:spPr>
            <a:xfrm flipH="1">
              <a:off x="2025196" y="2509065"/>
              <a:ext cx="600463" cy="908008"/>
            </a:xfrm>
            <a:prstGeom prst="rect">
              <a:avLst/>
            </a:prstGeom>
          </p:spPr>
        </p:pic>
      </p:grpSp>
      <p:grpSp>
        <p:nvGrpSpPr>
          <p:cNvPr id="710" name="组合 709"/>
          <p:cNvGrpSpPr/>
          <p:nvPr/>
        </p:nvGrpSpPr>
        <p:grpSpPr>
          <a:xfrm>
            <a:off x="2707368" y="4278576"/>
            <a:ext cx="827171" cy="461707"/>
            <a:chOff x="944846" y="3607500"/>
            <a:chExt cx="827171" cy="461707"/>
          </a:xfrm>
        </p:grpSpPr>
        <p:sp>
          <p:nvSpPr>
            <p:cNvPr id="711" name="文本框 710"/>
            <p:cNvSpPr txBox="1"/>
            <p:nvPr>
              <p:custDataLst>
                <p:tags r:id="rId32"/>
              </p:custDataLst>
            </p:nvPr>
          </p:nvSpPr>
          <p:spPr>
            <a:xfrm flipH="1">
              <a:off x="944846" y="3869152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UAV-2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12" name="图片 71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86" y="3607500"/>
              <a:ext cx="488114" cy="345801"/>
            </a:xfrm>
            <a:prstGeom prst="rect">
              <a:avLst/>
            </a:prstGeom>
          </p:spPr>
        </p:pic>
      </p:grpSp>
      <p:grpSp>
        <p:nvGrpSpPr>
          <p:cNvPr id="713" name="组合 712"/>
          <p:cNvGrpSpPr/>
          <p:nvPr/>
        </p:nvGrpSpPr>
        <p:grpSpPr>
          <a:xfrm>
            <a:off x="3171062" y="4003715"/>
            <a:ext cx="827171" cy="461707"/>
            <a:chOff x="944846" y="3607500"/>
            <a:chExt cx="827171" cy="461707"/>
          </a:xfrm>
        </p:grpSpPr>
        <p:sp>
          <p:nvSpPr>
            <p:cNvPr id="714" name="文本框 713"/>
            <p:cNvSpPr txBox="1"/>
            <p:nvPr>
              <p:custDataLst>
                <p:tags r:id="rId34"/>
              </p:custDataLst>
            </p:nvPr>
          </p:nvSpPr>
          <p:spPr>
            <a:xfrm flipH="1">
              <a:off x="944846" y="3869152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UAV-3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15" name="图片 714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2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86" y="3607500"/>
              <a:ext cx="488114" cy="345801"/>
            </a:xfrm>
            <a:prstGeom prst="rect">
              <a:avLst/>
            </a:prstGeom>
          </p:spPr>
        </p:pic>
      </p:grpSp>
      <p:grpSp>
        <p:nvGrpSpPr>
          <p:cNvPr id="716" name="组合 715"/>
          <p:cNvGrpSpPr/>
          <p:nvPr/>
        </p:nvGrpSpPr>
        <p:grpSpPr>
          <a:xfrm>
            <a:off x="1049982" y="4212547"/>
            <a:ext cx="827171" cy="505749"/>
            <a:chOff x="3586261" y="2548570"/>
            <a:chExt cx="827171" cy="505749"/>
          </a:xfrm>
        </p:grpSpPr>
        <p:pic>
          <p:nvPicPr>
            <p:cNvPr id="717" name="图片 716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53" t="30919" r="38630" b="30359"/>
            <a:stretch>
              <a:fillRect/>
            </a:stretch>
          </p:blipFill>
          <p:spPr>
            <a:xfrm>
              <a:off x="3767859" y="2700102"/>
              <a:ext cx="507704" cy="354217"/>
            </a:xfrm>
            <a:prstGeom prst="rect">
              <a:avLst/>
            </a:prstGeom>
          </p:spPr>
        </p:pic>
        <p:sp>
          <p:nvSpPr>
            <p:cNvPr id="718" name="文本框 717"/>
            <p:cNvSpPr txBox="1"/>
            <p:nvPr>
              <p:custDataLst>
                <p:tags r:id="rId38"/>
              </p:custDataLst>
            </p:nvPr>
          </p:nvSpPr>
          <p:spPr>
            <a:xfrm flipH="1">
              <a:off x="3586261" y="2548570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UAV-4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19" name="图片 718"/>
          <p:cNvPicPr>
            <a:picLocks noChangeAspect="1"/>
          </p:cNvPicPr>
          <p:nvPr>
            <p:custDataLst>
              <p:tags r:id="rId39"/>
            </p:custDataLst>
          </p:nvPr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5" t="45542" b="14113"/>
          <a:stretch>
            <a:fillRect/>
          </a:stretch>
        </p:blipFill>
        <p:spPr>
          <a:xfrm flipH="1">
            <a:off x="4540439" y="3045140"/>
            <a:ext cx="4189001" cy="36907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20" name="矩形 719"/>
          <p:cNvSpPr/>
          <p:nvPr>
            <p:custDataLst>
              <p:tags r:id="rId41"/>
            </p:custDataLst>
          </p:nvPr>
        </p:nvSpPr>
        <p:spPr>
          <a:xfrm>
            <a:off x="4704612" y="5870622"/>
            <a:ext cx="3929999" cy="755570"/>
          </a:xfrm>
          <a:prstGeom prst="rect">
            <a:avLst/>
          </a:prstGeom>
          <a:solidFill>
            <a:srgbClr val="EBF4FB"/>
          </a:solidFill>
          <a:ln>
            <a:noFill/>
          </a:ln>
          <a:scene3d>
            <a:camera prst="orthographicFront"/>
            <a:lightRig rig="threePt" dir="t"/>
          </a:scene3d>
          <a:sp3d>
            <a:bevelT w="6350" h="825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1" name="组合 720"/>
          <p:cNvGrpSpPr/>
          <p:nvPr/>
        </p:nvGrpSpPr>
        <p:grpSpPr>
          <a:xfrm>
            <a:off x="4843746" y="6017134"/>
            <a:ext cx="437308" cy="200739"/>
            <a:chOff x="5666847" y="6079128"/>
            <a:chExt cx="1194036" cy="470309"/>
          </a:xfrm>
        </p:grpSpPr>
        <p:sp>
          <p:nvSpPr>
            <p:cNvPr id="722" name="矩形: 圆角 721"/>
            <p:cNvSpPr/>
            <p:nvPr>
              <p:custDataLst>
                <p:tags r:id="rId42"/>
              </p:custDataLst>
            </p:nvPr>
          </p:nvSpPr>
          <p:spPr>
            <a:xfrm>
              <a:off x="5666847" y="6079128"/>
              <a:ext cx="1194036" cy="46763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23" name="图片 722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6911" y="6110034"/>
              <a:ext cx="318933" cy="34162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24" name="图片 723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7004" y="6139103"/>
              <a:ext cx="318933" cy="318933"/>
            </a:xfrm>
            <a:prstGeom prst="rect">
              <a:avLst/>
            </a:prstGeom>
          </p:spPr>
        </p:pic>
        <p:pic>
          <p:nvPicPr>
            <p:cNvPr id="725" name="图片 724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1786" y="6276345"/>
              <a:ext cx="270421" cy="270421"/>
            </a:xfrm>
            <a:prstGeom prst="rect">
              <a:avLst/>
            </a:prstGeom>
          </p:spPr>
        </p:pic>
        <p:pic>
          <p:nvPicPr>
            <p:cNvPr id="726" name="图片 725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8079" y="6276344"/>
              <a:ext cx="273093" cy="273093"/>
            </a:xfrm>
            <a:prstGeom prst="rect">
              <a:avLst/>
            </a:prstGeom>
          </p:spPr>
        </p:pic>
      </p:grpSp>
      <p:sp>
        <p:nvSpPr>
          <p:cNvPr id="727" name="文本框 726"/>
          <p:cNvSpPr txBox="1"/>
          <p:nvPr>
            <p:custDataLst>
              <p:tags r:id="rId50"/>
            </p:custDataLst>
          </p:nvPr>
        </p:nvSpPr>
        <p:spPr>
          <a:xfrm flipH="1">
            <a:off x="4786584" y="6262021"/>
            <a:ext cx="295188" cy="2434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728" name="组合 727"/>
          <p:cNvGrpSpPr/>
          <p:nvPr/>
        </p:nvGrpSpPr>
        <p:grpSpPr>
          <a:xfrm>
            <a:off x="5469310" y="5921960"/>
            <a:ext cx="362426" cy="369034"/>
            <a:chOff x="3028402" y="4766571"/>
            <a:chExt cx="442509" cy="483057"/>
          </a:xfrm>
        </p:grpSpPr>
        <p:grpSp>
          <p:nvGrpSpPr>
            <p:cNvPr id="729" name="组合 728"/>
            <p:cNvGrpSpPr/>
            <p:nvPr/>
          </p:nvGrpSpPr>
          <p:grpSpPr>
            <a:xfrm>
              <a:off x="3028402" y="4766571"/>
              <a:ext cx="442509" cy="420982"/>
              <a:chOff x="3028402" y="4766571"/>
              <a:chExt cx="442509" cy="420982"/>
            </a:xfrm>
          </p:grpSpPr>
          <p:grpSp>
            <p:nvGrpSpPr>
              <p:cNvPr id="731" name="图形 16"/>
              <p:cNvGrpSpPr/>
              <p:nvPr/>
            </p:nvGrpSpPr>
            <p:grpSpPr>
              <a:xfrm flipH="1">
                <a:off x="3028402" y="4766571"/>
                <a:ext cx="328747" cy="393197"/>
                <a:chOff x="4784186" y="927002"/>
                <a:chExt cx="974646" cy="1210570"/>
              </a:xfrm>
            </p:grpSpPr>
            <p:sp>
              <p:nvSpPr>
                <p:cNvPr id="733" name="任意多边形: 形状 732"/>
                <p:cNvSpPr/>
                <p:nvPr>
                  <p:custDataLst>
                    <p:tags r:id="rId51"/>
                  </p:custDataLst>
                </p:nvPr>
              </p:nvSpPr>
              <p:spPr>
                <a:xfrm flipV="1">
                  <a:off x="4791121" y="1391403"/>
                  <a:ext cx="960765" cy="556232"/>
                </a:xfrm>
                <a:custGeom>
                  <a:avLst/>
                  <a:gdLst>
                    <a:gd name="connsiteX0" fmla="*/ 960105 w 960765"/>
                    <a:gd name="connsiteY0" fmla="*/ 271476 h 556232"/>
                    <a:gd name="connsiteX1" fmla="*/ 470951 w 960765"/>
                    <a:gd name="connsiteY1" fmla="*/ 553903 h 556232"/>
                    <a:gd name="connsiteX2" fmla="*/ 469275 w 960765"/>
                    <a:gd name="connsiteY2" fmla="*/ 554690 h 556232"/>
                    <a:gd name="connsiteX3" fmla="*/ 467434 w 960765"/>
                    <a:gd name="connsiteY3" fmla="*/ 555236 h 556232"/>
                    <a:gd name="connsiteX4" fmla="*/ 465485 w 960765"/>
                    <a:gd name="connsiteY4" fmla="*/ 555477 h 556232"/>
                    <a:gd name="connsiteX5" fmla="*/ 463440 w 960765"/>
                    <a:gd name="connsiteY5" fmla="*/ 555439 h 556232"/>
                    <a:gd name="connsiteX6" fmla="*/ 461248 w 960765"/>
                    <a:gd name="connsiteY6" fmla="*/ 555109 h 556232"/>
                    <a:gd name="connsiteX7" fmla="*/ 458985 w 960765"/>
                    <a:gd name="connsiteY7" fmla="*/ 554449 h 556232"/>
                    <a:gd name="connsiteX8" fmla="*/ 456624 w 960765"/>
                    <a:gd name="connsiteY8" fmla="*/ 553522 h 556232"/>
                    <a:gd name="connsiteX9" fmla="*/ 454238 w 960765"/>
                    <a:gd name="connsiteY9" fmla="*/ 552264 h 556232"/>
                    <a:gd name="connsiteX10" fmla="*/ 16058 w 960765"/>
                    <a:gd name="connsiteY10" fmla="*/ 299312 h 556232"/>
                    <a:gd name="connsiteX11" fmla="*/ 13631 w 960765"/>
                    <a:gd name="connsiteY11" fmla="*/ 297769 h 556232"/>
                    <a:gd name="connsiteX12" fmla="*/ 11301 w 960765"/>
                    <a:gd name="connsiteY12" fmla="*/ 295999 h 556232"/>
                    <a:gd name="connsiteX13" fmla="*/ 9014 w 960765"/>
                    <a:gd name="connsiteY13" fmla="*/ 294019 h 556232"/>
                    <a:gd name="connsiteX14" fmla="*/ 6865 w 960765"/>
                    <a:gd name="connsiteY14" fmla="*/ 291822 h 556232"/>
                    <a:gd name="connsiteX15" fmla="*/ 4777 w 960765"/>
                    <a:gd name="connsiteY15" fmla="*/ 289500 h 556232"/>
                    <a:gd name="connsiteX16" fmla="*/ 2823 w 960765"/>
                    <a:gd name="connsiteY16" fmla="*/ 287000 h 556232"/>
                    <a:gd name="connsiteX17" fmla="*/ 1011 w 960765"/>
                    <a:gd name="connsiteY17" fmla="*/ 284371 h 556232"/>
                    <a:gd name="connsiteX18" fmla="*/ -660 w 960765"/>
                    <a:gd name="connsiteY18" fmla="*/ 281631 h 556232"/>
                    <a:gd name="connsiteX19" fmla="*/ 488493 w 960765"/>
                    <a:gd name="connsiteY19" fmla="*/ -755 h 556232"/>
                    <a:gd name="connsiteX20" fmla="*/ 490165 w 960765"/>
                    <a:gd name="connsiteY20" fmla="*/ 1949 h 556232"/>
                    <a:gd name="connsiteX21" fmla="*/ 491981 w 960765"/>
                    <a:gd name="connsiteY21" fmla="*/ 4578 h 556232"/>
                    <a:gd name="connsiteX22" fmla="*/ 493925 w 960765"/>
                    <a:gd name="connsiteY22" fmla="*/ 7074 h 556232"/>
                    <a:gd name="connsiteX23" fmla="*/ 495984 w 960765"/>
                    <a:gd name="connsiteY23" fmla="*/ 9405 h 556232"/>
                    <a:gd name="connsiteX24" fmla="*/ 498167 w 960765"/>
                    <a:gd name="connsiteY24" fmla="*/ 11597 h 556232"/>
                    <a:gd name="connsiteX25" fmla="*/ 500424 w 960765"/>
                    <a:gd name="connsiteY25" fmla="*/ 13572 h 556232"/>
                    <a:gd name="connsiteX26" fmla="*/ 502781 w 960765"/>
                    <a:gd name="connsiteY26" fmla="*/ 15344 h 556232"/>
                    <a:gd name="connsiteX27" fmla="*/ 505202 w 960765"/>
                    <a:gd name="connsiteY27" fmla="*/ 16891 h 556232"/>
                    <a:gd name="connsiteX28" fmla="*/ 943354 w 960765"/>
                    <a:gd name="connsiteY28" fmla="*/ 269870 h 556232"/>
                    <a:gd name="connsiteX29" fmla="*/ 945792 w 960765"/>
                    <a:gd name="connsiteY29" fmla="*/ 271104 h 556232"/>
                    <a:gd name="connsiteX30" fmla="*/ 948142 w 960765"/>
                    <a:gd name="connsiteY30" fmla="*/ 272072 h 556232"/>
                    <a:gd name="connsiteX31" fmla="*/ 950390 w 960765"/>
                    <a:gd name="connsiteY31" fmla="*/ 272687 h 556232"/>
                    <a:gd name="connsiteX32" fmla="*/ 952549 w 960765"/>
                    <a:gd name="connsiteY32" fmla="*/ 273019 h 556232"/>
                    <a:gd name="connsiteX33" fmla="*/ 954632 w 960765"/>
                    <a:gd name="connsiteY33" fmla="*/ 273059 h 556232"/>
                    <a:gd name="connsiteX34" fmla="*/ 956587 w 960765"/>
                    <a:gd name="connsiteY34" fmla="*/ 272816 h 556232"/>
                    <a:gd name="connsiteX35" fmla="*/ 958404 w 960765"/>
                    <a:gd name="connsiteY35" fmla="*/ 272314 h 556232"/>
                    <a:gd name="connsiteX36" fmla="*/ 960105 w 960765"/>
                    <a:gd name="connsiteY36" fmla="*/ 271476 h 55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32">
                      <a:moveTo>
                        <a:pt x="960105" y="271476"/>
                      </a:moveTo>
                      <a:lnTo>
                        <a:pt x="470951" y="553903"/>
                      </a:lnTo>
                      <a:lnTo>
                        <a:pt x="469275" y="554690"/>
                      </a:lnTo>
                      <a:lnTo>
                        <a:pt x="467434" y="555236"/>
                      </a:lnTo>
                      <a:lnTo>
                        <a:pt x="465485" y="555477"/>
                      </a:lnTo>
                      <a:lnTo>
                        <a:pt x="463440" y="555439"/>
                      </a:lnTo>
                      <a:lnTo>
                        <a:pt x="461248" y="555109"/>
                      </a:lnTo>
                      <a:lnTo>
                        <a:pt x="458985" y="554449"/>
                      </a:lnTo>
                      <a:lnTo>
                        <a:pt x="456624" y="553522"/>
                      </a:lnTo>
                      <a:lnTo>
                        <a:pt x="454238" y="552264"/>
                      </a:lnTo>
                      <a:lnTo>
                        <a:pt x="16058" y="299312"/>
                      </a:lnTo>
                      <a:lnTo>
                        <a:pt x="13631" y="297769"/>
                      </a:lnTo>
                      <a:lnTo>
                        <a:pt x="11301" y="295999"/>
                      </a:lnTo>
                      <a:lnTo>
                        <a:pt x="9014" y="294019"/>
                      </a:lnTo>
                      <a:lnTo>
                        <a:pt x="6865" y="291822"/>
                      </a:lnTo>
                      <a:lnTo>
                        <a:pt x="4777" y="289500"/>
                      </a:lnTo>
                      <a:lnTo>
                        <a:pt x="2823" y="287000"/>
                      </a:lnTo>
                      <a:lnTo>
                        <a:pt x="1011" y="284371"/>
                      </a:lnTo>
                      <a:lnTo>
                        <a:pt x="-660" y="281631"/>
                      </a:lnTo>
                      <a:lnTo>
                        <a:pt x="488493" y="-755"/>
                      </a:lnTo>
                      <a:lnTo>
                        <a:pt x="490165" y="1949"/>
                      </a:lnTo>
                      <a:lnTo>
                        <a:pt x="491981" y="4578"/>
                      </a:lnTo>
                      <a:lnTo>
                        <a:pt x="493925" y="7074"/>
                      </a:lnTo>
                      <a:lnTo>
                        <a:pt x="495984" y="9405"/>
                      </a:lnTo>
                      <a:lnTo>
                        <a:pt x="498167" y="11597"/>
                      </a:lnTo>
                      <a:lnTo>
                        <a:pt x="500424" y="13572"/>
                      </a:lnTo>
                      <a:lnTo>
                        <a:pt x="502781" y="15344"/>
                      </a:lnTo>
                      <a:lnTo>
                        <a:pt x="505202" y="16891"/>
                      </a:lnTo>
                      <a:lnTo>
                        <a:pt x="943354" y="269870"/>
                      </a:lnTo>
                      <a:lnTo>
                        <a:pt x="945792" y="271104"/>
                      </a:lnTo>
                      <a:lnTo>
                        <a:pt x="948142" y="272072"/>
                      </a:lnTo>
                      <a:lnTo>
                        <a:pt x="950390" y="272687"/>
                      </a:lnTo>
                      <a:lnTo>
                        <a:pt x="952549" y="273019"/>
                      </a:lnTo>
                      <a:lnTo>
                        <a:pt x="954632" y="273059"/>
                      </a:lnTo>
                      <a:lnTo>
                        <a:pt x="956587" y="272816"/>
                      </a:lnTo>
                      <a:lnTo>
                        <a:pt x="958404" y="272314"/>
                      </a:lnTo>
                      <a:lnTo>
                        <a:pt x="960105" y="271476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4" name="任意多边形: 形状 733"/>
                <p:cNvSpPr/>
                <p:nvPr>
                  <p:custDataLst>
                    <p:tags r:id="rId52"/>
                  </p:custDataLst>
                </p:nvPr>
              </p:nvSpPr>
              <p:spPr>
                <a:xfrm flipV="1">
                  <a:off x="5273303" y="1673799"/>
                  <a:ext cx="485529" cy="463773"/>
                </a:xfrm>
                <a:custGeom>
                  <a:avLst/>
                  <a:gdLst>
                    <a:gd name="connsiteX0" fmla="*/ 484703 w 485529"/>
                    <a:gd name="connsiteY0" fmla="*/ 446346 h 463773"/>
                    <a:gd name="connsiteX1" fmla="*/ 477756 w 485529"/>
                    <a:gd name="connsiteY1" fmla="*/ 461625 h 463773"/>
                    <a:gd name="connsiteX2" fmla="*/ 461005 w 485529"/>
                    <a:gd name="connsiteY2" fmla="*/ 460019 h 463773"/>
                    <a:gd name="connsiteX3" fmla="*/ 22852 w 485529"/>
                    <a:gd name="connsiteY3" fmla="*/ 207040 h 463773"/>
                    <a:gd name="connsiteX4" fmla="*/ 6144 w 485529"/>
                    <a:gd name="connsiteY4" fmla="*/ 189395 h 463773"/>
                    <a:gd name="connsiteX5" fmla="*/ 6104 w 485529"/>
                    <a:gd name="connsiteY5" fmla="*/ 189354 h 463773"/>
                    <a:gd name="connsiteX6" fmla="*/ -827 w 485529"/>
                    <a:gd name="connsiteY6" fmla="*/ 166053 h 463773"/>
                    <a:gd name="connsiteX7" fmla="*/ -827 w 485529"/>
                    <a:gd name="connsiteY7" fmla="*/ 16342 h 463773"/>
                    <a:gd name="connsiteX8" fmla="*/ 6144 w 485529"/>
                    <a:gd name="connsiteY8" fmla="*/ 1027 h 463773"/>
                    <a:gd name="connsiteX9" fmla="*/ 22852 w 485529"/>
                    <a:gd name="connsiteY9" fmla="*/ 2664 h 463773"/>
                    <a:gd name="connsiteX10" fmla="*/ 461005 w 485529"/>
                    <a:gd name="connsiteY10" fmla="*/ 255622 h 463773"/>
                    <a:gd name="connsiteX11" fmla="*/ 477756 w 485529"/>
                    <a:gd name="connsiteY11" fmla="*/ 273283 h 463773"/>
                    <a:gd name="connsiteX12" fmla="*/ 477756 w 485529"/>
                    <a:gd name="connsiteY12" fmla="*/ 273324 h 463773"/>
                    <a:gd name="connsiteX13" fmla="*/ 484703 w 485529"/>
                    <a:gd name="connsiteY13" fmla="*/ 296635 h 463773"/>
                    <a:gd name="connsiteX14" fmla="*/ 484703 w 485529"/>
                    <a:gd name="connsiteY14" fmla="*/ 446346 h 463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3">
                      <a:moveTo>
                        <a:pt x="484703" y="446346"/>
                      </a:moveTo>
                      <a:cubicBezTo>
                        <a:pt x="484703" y="453877"/>
                        <a:pt x="482036" y="459165"/>
                        <a:pt x="477756" y="461625"/>
                      </a:cubicBezTo>
                      <a:cubicBezTo>
                        <a:pt x="473451" y="464126"/>
                        <a:pt x="467533" y="463788"/>
                        <a:pt x="461005" y="460019"/>
                      </a:cubicBezTo>
                      <a:lnTo>
                        <a:pt x="22852" y="207040"/>
                      </a:lnTo>
                      <a:cubicBezTo>
                        <a:pt x="16289" y="203284"/>
                        <a:pt x="10386" y="196771"/>
                        <a:pt x="6144" y="189395"/>
                      </a:cubicBezTo>
                      <a:lnTo>
                        <a:pt x="6104" y="189354"/>
                      </a:lnTo>
                      <a:cubicBezTo>
                        <a:pt x="1828" y="181943"/>
                        <a:pt x="-827" y="173569"/>
                        <a:pt x="-827" y="166053"/>
                      </a:cubicBezTo>
                      <a:lnTo>
                        <a:pt x="-827" y="16342"/>
                      </a:lnTo>
                      <a:cubicBezTo>
                        <a:pt x="-827" y="8787"/>
                        <a:pt x="1828" y="3478"/>
                        <a:pt x="6144" y="1027"/>
                      </a:cubicBezTo>
                      <a:cubicBezTo>
                        <a:pt x="10425" y="-1438"/>
                        <a:pt x="16323" y="-1081"/>
                        <a:pt x="22852" y="2664"/>
                      </a:cubicBezTo>
                      <a:lnTo>
                        <a:pt x="461005" y="255622"/>
                      </a:lnTo>
                      <a:cubicBezTo>
                        <a:pt x="467533" y="259378"/>
                        <a:pt x="473451" y="265876"/>
                        <a:pt x="477756" y="273283"/>
                      </a:cubicBezTo>
                      <a:lnTo>
                        <a:pt x="477756" y="273324"/>
                      </a:lnTo>
                      <a:cubicBezTo>
                        <a:pt x="482036" y="280741"/>
                        <a:pt x="484703" y="289084"/>
                        <a:pt x="484703" y="296635"/>
                      </a:cubicBezTo>
                      <a:lnTo>
                        <a:pt x="484703" y="4463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5" name="任意多边形: 形状 734"/>
                <p:cNvSpPr/>
                <p:nvPr>
                  <p:custDataLst>
                    <p:tags r:id="rId53"/>
                  </p:custDataLst>
                </p:nvPr>
              </p:nvSpPr>
              <p:spPr>
                <a:xfrm flipV="1">
                  <a:off x="5690113" y="1757041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744 h 28301"/>
                    <a:gd name="connsiteX1" fmla="*/ 41291 w 48983"/>
                    <a:gd name="connsiteY1" fmla="*/ 27638 h 28301"/>
                    <a:gd name="connsiteX2" fmla="*/ -962 w 48983"/>
                    <a:gd name="connsiteY2" fmla="*/ 3230 h 28301"/>
                    <a:gd name="connsiteX3" fmla="*/ 5769 w 48983"/>
                    <a:gd name="connsiteY3" fmla="*/ -664 h 28301"/>
                    <a:gd name="connsiteX4" fmla="*/ 48022 w 48983"/>
                    <a:gd name="connsiteY4" fmla="*/ 237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744"/>
                      </a:moveTo>
                      <a:lnTo>
                        <a:pt x="41291" y="27638"/>
                      </a:lnTo>
                      <a:lnTo>
                        <a:pt x="-962" y="3230"/>
                      </a:lnTo>
                      <a:lnTo>
                        <a:pt x="5769" y="-664"/>
                      </a:lnTo>
                      <a:lnTo>
                        <a:pt x="48022" y="237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6" name="任意多边形: 形状 735"/>
                <p:cNvSpPr/>
                <p:nvPr>
                  <p:custDataLst>
                    <p:tags r:id="rId54"/>
                  </p:custDataLst>
                </p:nvPr>
              </p:nvSpPr>
              <p:spPr>
                <a:xfrm flipV="1">
                  <a:off x="5690113" y="1781449"/>
                  <a:ext cx="6731" cy="52720"/>
                </a:xfrm>
                <a:custGeom>
                  <a:avLst/>
                  <a:gdLst>
                    <a:gd name="connsiteX0" fmla="*/ 5783 w 6731"/>
                    <a:gd name="connsiteY0" fmla="*/ 48195 h 52720"/>
                    <a:gd name="connsiteX1" fmla="*/ -948 w 6731"/>
                    <a:gd name="connsiteY1" fmla="*/ 52089 h 52720"/>
                    <a:gd name="connsiteX2" fmla="*/ -948 w 6731"/>
                    <a:gd name="connsiteY2" fmla="*/ 3279 h 52720"/>
                    <a:gd name="connsiteX3" fmla="*/ 5783 w 6731"/>
                    <a:gd name="connsiteY3" fmla="*/ -631 h 52720"/>
                    <a:gd name="connsiteX4" fmla="*/ 5783 w 6731"/>
                    <a:gd name="connsiteY4" fmla="*/ 48195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783" y="48195"/>
                      </a:moveTo>
                      <a:lnTo>
                        <a:pt x="-948" y="52089"/>
                      </a:lnTo>
                      <a:lnTo>
                        <a:pt x="-948" y="3279"/>
                      </a:lnTo>
                      <a:lnTo>
                        <a:pt x="5783" y="-631"/>
                      </a:lnTo>
                      <a:lnTo>
                        <a:pt x="5783" y="48195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7" name="任意多边形: 形状 736"/>
                <p:cNvSpPr/>
                <p:nvPr>
                  <p:custDataLst>
                    <p:tags r:id="rId55"/>
                  </p:custDataLst>
                </p:nvPr>
              </p:nvSpPr>
              <p:spPr>
                <a:xfrm flipV="1">
                  <a:off x="5696844" y="1760935"/>
                  <a:ext cx="42252" cy="73234"/>
                </a:xfrm>
                <a:custGeom>
                  <a:avLst/>
                  <a:gdLst>
                    <a:gd name="connsiteX0" fmla="*/ -965 w 42252"/>
                    <a:gd name="connsiteY0" fmla="*/ -640 h 73234"/>
                    <a:gd name="connsiteX1" fmla="*/ 41288 w 42252"/>
                    <a:gd name="connsiteY1" fmla="*/ 23768 h 73234"/>
                    <a:gd name="connsiteX2" fmla="*/ 41288 w 42252"/>
                    <a:gd name="connsiteY2" fmla="*/ 72594 h 73234"/>
                    <a:gd name="connsiteX3" fmla="*/ -965 w 42252"/>
                    <a:gd name="connsiteY3" fmla="*/ 48186 h 73234"/>
                    <a:gd name="connsiteX4" fmla="*/ -965 w 42252"/>
                    <a:gd name="connsiteY4" fmla="*/ -640 h 73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4">
                      <a:moveTo>
                        <a:pt x="-965" y="-640"/>
                      </a:moveTo>
                      <a:lnTo>
                        <a:pt x="41288" y="23768"/>
                      </a:lnTo>
                      <a:lnTo>
                        <a:pt x="41288" y="72594"/>
                      </a:lnTo>
                      <a:lnTo>
                        <a:pt x="-965" y="48186"/>
                      </a:lnTo>
                      <a:lnTo>
                        <a:pt x="-965" y="-640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8" name="任意多边形: 形状 737"/>
                <p:cNvSpPr/>
                <p:nvPr>
                  <p:custDataLst>
                    <p:tags r:id="rId56"/>
                  </p:custDataLst>
                </p:nvPr>
              </p:nvSpPr>
              <p:spPr>
                <a:xfrm flipV="1">
                  <a:off x="5316206" y="1864631"/>
                  <a:ext cx="263721" cy="160710"/>
                </a:xfrm>
                <a:custGeom>
                  <a:avLst/>
                  <a:gdLst>
                    <a:gd name="connsiteX0" fmla="*/ 5133 w 263721"/>
                    <a:gd name="connsiteY0" fmla="*/ 319 h 160710"/>
                    <a:gd name="connsiteX1" fmla="*/ -780 w 263721"/>
                    <a:gd name="connsiteY1" fmla="*/ 3742 h 160710"/>
                    <a:gd name="connsiteX2" fmla="*/ 5133 w 263721"/>
                    <a:gd name="connsiteY2" fmla="*/ 13961 h 160710"/>
                    <a:gd name="connsiteX3" fmla="*/ 257025 w 263721"/>
                    <a:gd name="connsiteY3" fmla="*/ 159390 h 160710"/>
                    <a:gd name="connsiteX4" fmla="*/ 262942 w 263721"/>
                    <a:gd name="connsiteY4" fmla="*/ 155962 h 160710"/>
                    <a:gd name="connsiteX5" fmla="*/ 257025 w 263721"/>
                    <a:gd name="connsiteY5" fmla="*/ 145724 h 160710"/>
                    <a:gd name="connsiteX6" fmla="*/ 5133 w 263721"/>
                    <a:gd name="connsiteY6" fmla="*/ 319 h 160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10">
                      <a:moveTo>
                        <a:pt x="5133" y="319"/>
                      </a:moveTo>
                      <a:cubicBezTo>
                        <a:pt x="1843" y="-1606"/>
                        <a:pt x="-780" y="-53"/>
                        <a:pt x="-780" y="3742"/>
                      </a:cubicBezTo>
                      <a:cubicBezTo>
                        <a:pt x="-780" y="7497"/>
                        <a:pt x="1843" y="12070"/>
                        <a:pt x="5133" y="13961"/>
                      </a:cubicBezTo>
                      <a:lnTo>
                        <a:pt x="257025" y="159390"/>
                      </a:lnTo>
                      <a:cubicBezTo>
                        <a:pt x="260275" y="161276"/>
                        <a:pt x="262942" y="159772"/>
                        <a:pt x="262942" y="155962"/>
                      </a:cubicBezTo>
                      <a:cubicBezTo>
                        <a:pt x="262942" y="152207"/>
                        <a:pt x="260275" y="147634"/>
                        <a:pt x="257025" y="145724"/>
                      </a:cubicBezTo>
                      <a:lnTo>
                        <a:pt x="5133" y="319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9" name="任意多边形: 形状 738"/>
                <p:cNvSpPr/>
                <p:nvPr>
                  <p:custDataLst>
                    <p:tags r:id="rId57"/>
                  </p:custDataLst>
                </p:nvPr>
              </p:nvSpPr>
              <p:spPr>
                <a:xfrm flipV="1">
                  <a:off x="4784186" y="1665249"/>
                  <a:ext cx="496088" cy="470753"/>
                </a:xfrm>
                <a:custGeom>
                  <a:avLst/>
                  <a:gdLst>
                    <a:gd name="connsiteX0" fmla="*/ 495592 w 496088"/>
                    <a:gd name="connsiteY0" fmla="*/ 187819 h 470753"/>
                    <a:gd name="connsiteX1" fmla="*/ 6439 w 496088"/>
                    <a:gd name="connsiteY1" fmla="*/ 470205 h 470753"/>
                    <a:gd name="connsiteX2" fmla="*/ 6398 w 496088"/>
                    <a:gd name="connsiteY2" fmla="*/ 470186 h 470753"/>
                    <a:gd name="connsiteX3" fmla="*/ 4906 w 496088"/>
                    <a:gd name="connsiteY3" fmla="*/ 467373 h 470753"/>
                    <a:gd name="connsiteX4" fmla="*/ 3532 w 496088"/>
                    <a:gd name="connsiteY4" fmla="*/ 464466 h 470753"/>
                    <a:gd name="connsiteX5" fmla="*/ 2336 w 496088"/>
                    <a:gd name="connsiteY5" fmla="*/ 461518 h 470753"/>
                    <a:gd name="connsiteX6" fmla="*/ 1349 w 496088"/>
                    <a:gd name="connsiteY6" fmla="*/ 458592 h 470753"/>
                    <a:gd name="connsiteX7" fmla="*/ 565 w 496088"/>
                    <a:gd name="connsiteY7" fmla="*/ 455610 h 470753"/>
                    <a:gd name="connsiteX8" fmla="*/ -25 w 496088"/>
                    <a:gd name="connsiteY8" fmla="*/ 452633 h 470753"/>
                    <a:gd name="connsiteX9" fmla="*/ -403 w 496088"/>
                    <a:gd name="connsiteY9" fmla="*/ 449726 h 470753"/>
                    <a:gd name="connsiteX10" fmla="*/ -497 w 496088"/>
                    <a:gd name="connsiteY10" fmla="*/ 446855 h 470753"/>
                    <a:gd name="connsiteX11" fmla="*/ -497 w 496088"/>
                    <a:gd name="connsiteY11" fmla="*/ 297149 h 470753"/>
                    <a:gd name="connsiteX12" fmla="*/ -403 w 496088"/>
                    <a:gd name="connsiteY12" fmla="*/ 294455 h 470753"/>
                    <a:gd name="connsiteX13" fmla="*/ -25 w 496088"/>
                    <a:gd name="connsiteY13" fmla="*/ 291924 h 470753"/>
                    <a:gd name="connsiteX14" fmla="*/ 565 w 496088"/>
                    <a:gd name="connsiteY14" fmla="*/ 289667 h 470753"/>
                    <a:gd name="connsiteX15" fmla="*/ 1349 w 496088"/>
                    <a:gd name="connsiteY15" fmla="*/ 287624 h 470753"/>
                    <a:gd name="connsiteX16" fmla="*/ 2336 w 496088"/>
                    <a:gd name="connsiteY16" fmla="*/ 285797 h 470753"/>
                    <a:gd name="connsiteX17" fmla="*/ 3532 w 496088"/>
                    <a:gd name="connsiteY17" fmla="*/ 284235 h 470753"/>
                    <a:gd name="connsiteX18" fmla="*/ 4906 w 496088"/>
                    <a:gd name="connsiteY18" fmla="*/ 282895 h 470753"/>
                    <a:gd name="connsiteX19" fmla="*/ 6439 w 496088"/>
                    <a:gd name="connsiteY19" fmla="*/ 281829 h 470753"/>
                    <a:gd name="connsiteX20" fmla="*/ 495592 w 496088"/>
                    <a:gd name="connsiteY20" fmla="*/ -548 h 470753"/>
                    <a:gd name="connsiteX21" fmla="*/ 494054 w 496088"/>
                    <a:gd name="connsiteY21" fmla="*/ 504 h 470753"/>
                    <a:gd name="connsiteX22" fmla="*/ 492680 w 496088"/>
                    <a:gd name="connsiteY22" fmla="*/ 1814 h 470753"/>
                    <a:gd name="connsiteX23" fmla="*/ 491484 w 496088"/>
                    <a:gd name="connsiteY23" fmla="*/ 3386 h 470753"/>
                    <a:gd name="connsiteX24" fmla="*/ 490492 w 496088"/>
                    <a:gd name="connsiteY24" fmla="*/ 5202 h 470753"/>
                    <a:gd name="connsiteX25" fmla="*/ 489713 w 496088"/>
                    <a:gd name="connsiteY25" fmla="*/ 7246 h 470753"/>
                    <a:gd name="connsiteX26" fmla="*/ 489133 w 496088"/>
                    <a:gd name="connsiteY26" fmla="*/ 9548 h 470753"/>
                    <a:gd name="connsiteX27" fmla="*/ 488746 w 496088"/>
                    <a:gd name="connsiteY27" fmla="*/ 12023 h 470753"/>
                    <a:gd name="connsiteX28" fmla="*/ 488621 w 496088"/>
                    <a:gd name="connsiteY28" fmla="*/ 14767 h 470753"/>
                    <a:gd name="connsiteX29" fmla="*/ 488621 w 496088"/>
                    <a:gd name="connsiteY29" fmla="*/ 164442 h 470753"/>
                    <a:gd name="connsiteX30" fmla="*/ 488746 w 496088"/>
                    <a:gd name="connsiteY30" fmla="*/ 167305 h 470753"/>
                    <a:gd name="connsiteX31" fmla="*/ 489094 w 496088"/>
                    <a:gd name="connsiteY31" fmla="*/ 170248 h 470753"/>
                    <a:gd name="connsiteX32" fmla="*/ 489678 w 496088"/>
                    <a:gd name="connsiteY32" fmla="*/ 173194 h 470753"/>
                    <a:gd name="connsiteX33" fmla="*/ 490492 w 496088"/>
                    <a:gd name="connsiteY33" fmla="*/ 176176 h 470753"/>
                    <a:gd name="connsiteX34" fmla="*/ 491484 w 496088"/>
                    <a:gd name="connsiteY34" fmla="*/ 179138 h 470753"/>
                    <a:gd name="connsiteX35" fmla="*/ 492650 w 496088"/>
                    <a:gd name="connsiteY35" fmla="*/ 182074 h 470753"/>
                    <a:gd name="connsiteX36" fmla="*/ 494015 w 496088"/>
                    <a:gd name="connsiteY36" fmla="*/ 184957 h 470753"/>
                    <a:gd name="connsiteX37" fmla="*/ 495551 w 496088"/>
                    <a:gd name="connsiteY37" fmla="*/ 187779 h 470753"/>
                    <a:gd name="connsiteX38" fmla="*/ 495592 w 496088"/>
                    <a:gd name="connsiteY38" fmla="*/ 187819 h 470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3">
                      <a:moveTo>
                        <a:pt x="495592" y="187819"/>
                      </a:moveTo>
                      <a:lnTo>
                        <a:pt x="6439" y="470205"/>
                      </a:lnTo>
                      <a:lnTo>
                        <a:pt x="6398" y="470186"/>
                      </a:lnTo>
                      <a:lnTo>
                        <a:pt x="4906" y="467373"/>
                      </a:lnTo>
                      <a:lnTo>
                        <a:pt x="3532" y="464466"/>
                      </a:lnTo>
                      <a:lnTo>
                        <a:pt x="2336" y="461518"/>
                      </a:lnTo>
                      <a:lnTo>
                        <a:pt x="1349" y="458592"/>
                      </a:lnTo>
                      <a:lnTo>
                        <a:pt x="565" y="455610"/>
                      </a:lnTo>
                      <a:lnTo>
                        <a:pt x="-25" y="452633"/>
                      </a:lnTo>
                      <a:lnTo>
                        <a:pt x="-403" y="449726"/>
                      </a:lnTo>
                      <a:lnTo>
                        <a:pt x="-497" y="446855"/>
                      </a:lnTo>
                      <a:lnTo>
                        <a:pt x="-497" y="297149"/>
                      </a:lnTo>
                      <a:lnTo>
                        <a:pt x="-403" y="294455"/>
                      </a:lnTo>
                      <a:lnTo>
                        <a:pt x="-25" y="291924"/>
                      </a:lnTo>
                      <a:lnTo>
                        <a:pt x="565" y="289667"/>
                      </a:lnTo>
                      <a:lnTo>
                        <a:pt x="1349" y="287624"/>
                      </a:lnTo>
                      <a:lnTo>
                        <a:pt x="2336" y="285797"/>
                      </a:lnTo>
                      <a:lnTo>
                        <a:pt x="3532" y="284235"/>
                      </a:lnTo>
                      <a:lnTo>
                        <a:pt x="4906" y="282895"/>
                      </a:lnTo>
                      <a:lnTo>
                        <a:pt x="6439" y="281829"/>
                      </a:lnTo>
                      <a:lnTo>
                        <a:pt x="495592" y="-548"/>
                      </a:lnTo>
                      <a:lnTo>
                        <a:pt x="494054" y="504"/>
                      </a:lnTo>
                      <a:lnTo>
                        <a:pt x="492680" y="1814"/>
                      </a:lnTo>
                      <a:lnTo>
                        <a:pt x="491484" y="3386"/>
                      </a:lnTo>
                      <a:lnTo>
                        <a:pt x="490492" y="5202"/>
                      </a:lnTo>
                      <a:lnTo>
                        <a:pt x="489713" y="7246"/>
                      </a:lnTo>
                      <a:lnTo>
                        <a:pt x="489133" y="9548"/>
                      </a:lnTo>
                      <a:lnTo>
                        <a:pt x="488746" y="12023"/>
                      </a:lnTo>
                      <a:lnTo>
                        <a:pt x="488621" y="14767"/>
                      </a:lnTo>
                      <a:lnTo>
                        <a:pt x="488621" y="164442"/>
                      </a:lnTo>
                      <a:lnTo>
                        <a:pt x="488746" y="167305"/>
                      </a:lnTo>
                      <a:lnTo>
                        <a:pt x="489094" y="170248"/>
                      </a:lnTo>
                      <a:lnTo>
                        <a:pt x="489678" y="173194"/>
                      </a:lnTo>
                      <a:lnTo>
                        <a:pt x="490492" y="176176"/>
                      </a:lnTo>
                      <a:lnTo>
                        <a:pt x="491484" y="179138"/>
                      </a:lnTo>
                      <a:lnTo>
                        <a:pt x="492650" y="182074"/>
                      </a:lnTo>
                      <a:lnTo>
                        <a:pt x="494015" y="184957"/>
                      </a:lnTo>
                      <a:lnTo>
                        <a:pt x="495551" y="187779"/>
                      </a:lnTo>
                      <a:lnTo>
                        <a:pt x="495592" y="187819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0" name="任意多边形: 形状 739"/>
                <p:cNvSpPr/>
                <p:nvPr>
                  <p:custDataLst>
                    <p:tags r:id="rId58"/>
                  </p:custDataLst>
                </p:nvPr>
              </p:nvSpPr>
              <p:spPr>
                <a:xfrm flipV="1">
                  <a:off x="5562139" y="1864631"/>
                  <a:ext cx="17788" cy="14478"/>
                </a:xfrm>
                <a:custGeom>
                  <a:avLst/>
                  <a:gdLst>
                    <a:gd name="connsiteX0" fmla="*/ -864 w 17788"/>
                    <a:gd name="connsiteY0" fmla="*/ 6257 h 14478"/>
                    <a:gd name="connsiteX1" fmla="*/ 11008 w 17788"/>
                    <a:gd name="connsiteY1" fmla="*/ 13092 h 14478"/>
                    <a:gd name="connsiteX2" fmla="*/ 16925 w 17788"/>
                    <a:gd name="connsiteY2" fmla="*/ 9665 h 14478"/>
                    <a:gd name="connsiteX3" fmla="*/ 11008 w 17788"/>
                    <a:gd name="connsiteY3" fmla="*/ -574 h 14478"/>
                    <a:gd name="connsiteX4" fmla="*/ -864 w 17788"/>
                    <a:gd name="connsiteY4" fmla="*/ 6257 h 14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8">
                      <a:moveTo>
                        <a:pt x="-864" y="6257"/>
                      </a:moveTo>
                      <a:lnTo>
                        <a:pt x="11008" y="13092"/>
                      </a:lnTo>
                      <a:cubicBezTo>
                        <a:pt x="14258" y="14978"/>
                        <a:pt x="16925" y="13475"/>
                        <a:pt x="16925" y="9665"/>
                      </a:cubicBezTo>
                      <a:cubicBezTo>
                        <a:pt x="16925" y="5909"/>
                        <a:pt x="14258" y="1336"/>
                        <a:pt x="11008" y="-574"/>
                      </a:cubicBezTo>
                      <a:lnTo>
                        <a:pt x="-864" y="625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1" name="任意多边形: 形状 740"/>
                <p:cNvSpPr/>
                <p:nvPr>
                  <p:custDataLst>
                    <p:tags r:id="rId59"/>
                  </p:custDataLst>
                </p:nvPr>
              </p:nvSpPr>
              <p:spPr>
                <a:xfrm flipV="1">
                  <a:off x="5629153" y="1792249"/>
                  <a:ext cx="48983" cy="28271"/>
                </a:xfrm>
                <a:custGeom>
                  <a:avLst/>
                  <a:gdLst>
                    <a:gd name="connsiteX0" fmla="*/ 48063 w 48983"/>
                    <a:gd name="connsiteY0" fmla="*/ 23750 h 28271"/>
                    <a:gd name="connsiteX1" fmla="*/ 41332 w 48983"/>
                    <a:gd name="connsiteY1" fmla="*/ 27639 h 28271"/>
                    <a:gd name="connsiteX2" fmla="*/ -921 w 48983"/>
                    <a:gd name="connsiteY2" fmla="*/ 3232 h 28271"/>
                    <a:gd name="connsiteX3" fmla="*/ 5810 w 48983"/>
                    <a:gd name="connsiteY3" fmla="*/ -632 h 28271"/>
                    <a:gd name="connsiteX4" fmla="*/ 48063 w 48983"/>
                    <a:gd name="connsiteY4" fmla="*/ 23750 h 28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1">
                      <a:moveTo>
                        <a:pt x="48063" y="23750"/>
                      </a:moveTo>
                      <a:lnTo>
                        <a:pt x="41332" y="27639"/>
                      </a:lnTo>
                      <a:lnTo>
                        <a:pt x="-921" y="3232"/>
                      </a:lnTo>
                      <a:lnTo>
                        <a:pt x="5810" y="-632"/>
                      </a:lnTo>
                      <a:lnTo>
                        <a:pt x="48063" y="23750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2" name="任意多边形: 形状 741"/>
                <p:cNvSpPr/>
                <p:nvPr>
                  <p:custDataLst>
                    <p:tags r:id="rId60"/>
                  </p:custDataLst>
                </p:nvPr>
              </p:nvSpPr>
              <p:spPr>
                <a:xfrm flipV="1">
                  <a:off x="5629153" y="1816656"/>
                  <a:ext cx="6731" cy="52686"/>
                </a:xfrm>
                <a:custGeom>
                  <a:avLst/>
                  <a:gdLst>
                    <a:gd name="connsiteX0" fmla="*/ 5825 w 6731"/>
                    <a:gd name="connsiteY0" fmla="*/ 48222 h 52686"/>
                    <a:gd name="connsiteX1" fmla="*/ -906 w 6731"/>
                    <a:gd name="connsiteY1" fmla="*/ 52086 h 52686"/>
                    <a:gd name="connsiteX2" fmla="*/ -906 w 6731"/>
                    <a:gd name="connsiteY2" fmla="*/ 3260 h 52686"/>
                    <a:gd name="connsiteX3" fmla="*/ 5825 w 6731"/>
                    <a:gd name="connsiteY3" fmla="*/ -600 h 52686"/>
                    <a:gd name="connsiteX4" fmla="*/ 5825 w 6731"/>
                    <a:gd name="connsiteY4" fmla="*/ 48222 h 52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686">
                      <a:moveTo>
                        <a:pt x="5825" y="48222"/>
                      </a:moveTo>
                      <a:lnTo>
                        <a:pt x="-906" y="52086"/>
                      </a:lnTo>
                      <a:lnTo>
                        <a:pt x="-906" y="3260"/>
                      </a:lnTo>
                      <a:lnTo>
                        <a:pt x="5825" y="-600"/>
                      </a:lnTo>
                      <a:lnTo>
                        <a:pt x="5825" y="48222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3" name="任意多边形: 形状 742"/>
                <p:cNvSpPr/>
                <p:nvPr>
                  <p:custDataLst>
                    <p:tags r:id="rId61"/>
                  </p:custDataLst>
                </p:nvPr>
              </p:nvSpPr>
              <p:spPr>
                <a:xfrm flipV="1">
                  <a:off x="5635884" y="1796138"/>
                  <a:ext cx="42252" cy="73204"/>
                </a:xfrm>
                <a:custGeom>
                  <a:avLst/>
                  <a:gdLst>
                    <a:gd name="connsiteX0" fmla="*/ -923 w 42252"/>
                    <a:gd name="connsiteY0" fmla="*/ -609 h 73204"/>
                    <a:gd name="connsiteX1" fmla="*/ 41330 w 42252"/>
                    <a:gd name="connsiteY1" fmla="*/ 23774 h 73204"/>
                    <a:gd name="connsiteX2" fmla="*/ 41330 w 42252"/>
                    <a:gd name="connsiteY2" fmla="*/ 72595 h 73204"/>
                    <a:gd name="connsiteX3" fmla="*/ -923 w 42252"/>
                    <a:gd name="connsiteY3" fmla="*/ 48212 h 73204"/>
                    <a:gd name="connsiteX4" fmla="*/ -923 w 42252"/>
                    <a:gd name="connsiteY4" fmla="*/ -609 h 73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4">
                      <a:moveTo>
                        <a:pt x="-923" y="-609"/>
                      </a:moveTo>
                      <a:lnTo>
                        <a:pt x="41330" y="23774"/>
                      </a:lnTo>
                      <a:lnTo>
                        <a:pt x="41330" y="72595"/>
                      </a:lnTo>
                      <a:lnTo>
                        <a:pt x="-923" y="48212"/>
                      </a:lnTo>
                      <a:lnTo>
                        <a:pt x="-923" y="-609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4" name="任意多边形: 形状 743"/>
                <p:cNvSpPr/>
                <p:nvPr>
                  <p:custDataLst>
                    <p:tags r:id="rId62"/>
                  </p:custDataLst>
                </p:nvPr>
              </p:nvSpPr>
              <p:spPr>
                <a:xfrm flipV="1">
                  <a:off x="4791121" y="1161495"/>
                  <a:ext cx="960765" cy="556225"/>
                </a:xfrm>
                <a:custGeom>
                  <a:avLst/>
                  <a:gdLst>
                    <a:gd name="connsiteX0" fmla="*/ 960105 w 960765"/>
                    <a:gd name="connsiteY0" fmla="*/ 271307 h 556225"/>
                    <a:gd name="connsiteX1" fmla="*/ 470951 w 960765"/>
                    <a:gd name="connsiteY1" fmla="*/ 553679 h 556225"/>
                    <a:gd name="connsiteX2" fmla="*/ 469275 w 960765"/>
                    <a:gd name="connsiteY2" fmla="*/ 554491 h 556225"/>
                    <a:gd name="connsiteX3" fmla="*/ 467434 w 960765"/>
                    <a:gd name="connsiteY3" fmla="*/ 555025 h 556225"/>
                    <a:gd name="connsiteX4" fmla="*/ 465485 w 960765"/>
                    <a:gd name="connsiteY4" fmla="*/ 555266 h 556225"/>
                    <a:gd name="connsiteX5" fmla="*/ 463440 w 960765"/>
                    <a:gd name="connsiteY5" fmla="*/ 555228 h 556225"/>
                    <a:gd name="connsiteX6" fmla="*/ 461248 w 960765"/>
                    <a:gd name="connsiteY6" fmla="*/ 554898 h 556225"/>
                    <a:gd name="connsiteX7" fmla="*/ 458985 w 960765"/>
                    <a:gd name="connsiteY7" fmla="*/ 554275 h 556225"/>
                    <a:gd name="connsiteX8" fmla="*/ 456624 w 960765"/>
                    <a:gd name="connsiteY8" fmla="*/ 553310 h 556225"/>
                    <a:gd name="connsiteX9" fmla="*/ 454238 w 960765"/>
                    <a:gd name="connsiteY9" fmla="*/ 552091 h 556225"/>
                    <a:gd name="connsiteX10" fmla="*/ 16058 w 960765"/>
                    <a:gd name="connsiteY10" fmla="*/ 299107 h 556225"/>
                    <a:gd name="connsiteX11" fmla="*/ 13631 w 960765"/>
                    <a:gd name="connsiteY11" fmla="*/ 297558 h 556225"/>
                    <a:gd name="connsiteX12" fmla="*/ 11301 w 960765"/>
                    <a:gd name="connsiteY12" fmla="*/ 295780 h 556225"/>
                    <a:gd name="connsiteX13" fmla="*/ 9014 w 960765"/>
                    <a:gd name="connsiteY13" fmla="*/ 293798 h 556225"/>
                    <a:gd name="connsiteX14" fmla="*/ 6865 w 960765"/>
                    <a:gd name="connsiteY14" fmla="*/ 291614 h 556225"/>
                    <a:gd name="connsiteX15" fmla="*/ 4777 w 960765"/>
                    <a:gd name="connsiteY15" fmla="*/ 289290 h 556225"/>
                    <a:gd name="connsiteX16" fmla="*/ 2823 w 960765"/>
                    <a:gd name="connsiteY16" fmla="*/ 286788 h 556225"/>
                    <a:gd name="connsiteX17" fmla="*/ 1011 w 960765"/>
                    <a:gd name="connsiteY17" fmla="*/ 284159 h 556225"/>
                    <a:gd name="connsiteX18" fmla="*/ -660 w 960765"/>
                    <a:gd name="connsiteY18" fmla="*/ 281416 h 556225"/>
                    <a:gd name="connsiteX19" fmla="*/ 488493 w 960765"/>
                    <a:gd name="connsiteY19" fmla="*/ -960 h 556225"/>
                    <a:gd name="connsiteX20" fmla="*/ 490165 w 960765"/>
                    <a:gd name="connsiteY20" fmla="*/ 1773 h 556225"/>
                    <a:gd name="connsiteX21" fmla="*/ 491981 w 960765"/>
                    <a:gd name="connsiteY21" fmla="*/ 4368 h 556225"/>
                    <a:gd name="connsiteX22" fmla="*/ 493925 w 960765"/>
                    <a:gd name="connsiteY22" fmla="*/ 6869 h 556225"/>
                    <a:gd name="connsiteX23" fmla="*/ 495984 w 960765"/>
                    <a:gd name="connsiteY23" fmla="*/ 9230 h 556225"/>
                    <a:gd name="connsiteX24" fmla="*/ 498167 w 960765"/>
                    <a:gd name="connsiteY24" fmla="*/ 11413 h 556225"/>
                    <a:gd name="connsiteX25" fmla="*/ 500424 w 960765"/>
                    <a:gd name="connsiteY25" fmla="*/ 13401 h 556225"/>
                    <a:gd name="connsiteX26" fmla="*/ 502781 w 960765"/>
                    <a:gd name="connsiteY26" fmla="*/ 15139 h 556225"/>
                    <a:gd name="connsiteX27" fmla="*/ 505202 w 960765"/>
                    <a:gd name="connsiteY27" fmla="*/ 16682 h 556225"/>
                    <a:gd name="connsiteX28" fmla="*/ 943354 w 960765"/>
                    <a:gd name="connsiteY28" fmla="*/ 269656 h 556225"/>
                    <a:gd name="connsiteX29" fmla="*/ 945792 w 960765"/>
                    <a:gd name="connsiteY29" fmla="*/ 270926 h 556225"/>
                    <a:gd name="connsiteX30" fmla="*/ 948142 w 960765"/>
                    <a:gd name="connsiteY30" fmla="*/ 271853 h 556225"/>
                    <a:gd name="connsiteX31" fmla="*/ 950390 w 960765"/>
                    <a:gd name="connsiteY31" fmla="*/ 272513 h 556225"/>
                    <a:gd name="connsiteX32" fmla="*/ 952549 w 960765"/>
                    <a:gd name="connsiteY32" fmla="*/ 272805 h 556225"/>
                    <a:gd name="connsiteX33" fmla="*/ 954632 w 960765"/>
                    <a:gd name="connsiteY33" fmla="*/ 272843 h 556225"/>
                    <a:gd name="connsiteX34" fmla="*/ 956587 w 960765"/>
                    <a:gd name="connsiteY34" fmla="*/ 272602 h 556225"/>
                    <a:gd name="connsiteX35" fmla="*/ 958404 w 960765"/>
                    <a:gd name="connsiteY35" fmla="*/ 272094 h 556225"/>
                    <a:gd name="connsiteX36" fmla="*/ 960105 w 960765"/>
                    <a:gd name="connsiteY36" fmla="*/ 271307 h 556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5">
                      <a:moveTo>
                        <a:pt x="960105" y="271307"/>
                      </a:moveTo>
                      <a:lnTo>
                        <a:pt x="470951" y="553679"/>
                      </a:lnTo>
                      <a:lnTo>
                        <a:pt x="469275" y="554491"/>
                      </a:lnTo>
                      <a:lnTo>
                        <a:pt x="467434" y="555025"/>
                      </a:lnTo>
                      <a:lnTo>
                        <a:pt x="465485" y="555266"/>
                      </a:lnTo>
                      <a:lnTo>
                        <a:pt x="463440" y="555228"/>
                      </a:lnTo>
                      <a:lnTo>
                        <a:pt x="461248" y="554898"/>
                      </a:lnTo>
                      <a:lnTo>
                        <a:pt x="458985" y="554275"/>
                      </a:lnTo>
                      <a:lnTo>
                        <a:pt x="456624" y="553310"/>
                      </a:lnTo>
                      <a:lnTo>
                        <a:pt x="454238" y="552091"/>
                      </a:lnTo>
                      <a:lnTo>
                        <a:pt x="16058" y="299107"/>
                      </a:lnTo>
                      <a:lnTo>
                        <a:pt x="13631" y="297558"/>
                      </a:lnTo>
                      <a:lnTo>
                        <a:pt x="11301" y="295780"/>
                      </a:lnTo>
                      <a:lnTo>
                        <a:pt x="9014" y="293798"/>
                      </a:lnTo>
                      <a:lnTo>
                        <a:pt x="6865" y="291614"/>
                      </a:lnTo>
                      <a:lnTo>
                        <a:pt x="4777" y="289290"/>
                      </a:lnTo>
                      <a:lnTo>
                        <a:pt x="2823" y="286788"/>
                      </a:lnTo>
                      <a:lnTo>
                        <a:pt x="1011" y="284159"/>
                      </a:lnTo>
                      <a:lnTo>
                        <a:pt x="-660" y="281416"/>
                      </a:lnTo>
                      <a:lnTo>
                        <a:pt x="488493" y="-960"/>
                      </a:lnTo>
                      <a:lnTo>
                        <a:pt x="490165" y="1773"/>
                      </a:lnTo>
                      <a:lnTo>
                        <a:pt x="491981" y="4368"/>
                      </a:lnTo>
                      <a:lnTo>
                        <a:pt x="493925" y="6869"/>
                      </a:lnTo>
                      <a:lnTo>
                        <a:pt x="495984" y="9230"/>
                      </a:lnTo>
                      <a:lnTo>
                        <a:pt x="498167" y="11413"/>
                      </a:lnTo>
                      <a:lnTo>
                        <a:pt x="500424" y="13401"/>
                      </a:lnTo>
                      <a:lnTo>
                        <a:pt x="502781" y="15139"/>
                      </a:lnTo>
                      <a:lnTo>
                        <a:pt x="505202" y="16682"/>
                      </a:lnTo>
                      <a:lnTo>
                        <a:pt x="943354" y="269656"/>
                      </a:lnTo>
                      <a:lnTo>
                        <a:pt x="945792" y="270926"/>
                      </a:lnTo>
                      <a:lnTo>
                        <a:pt x="948142" y="271853"/>
                      </a:lnTo>
                      <a:lnTo>
                        <a:pt x="950390" y="272513"/>
                      </a:lnTo>
                      <a:lnTo>
                        <a:pt x="952549" y="272805"/>
                      </a:lnTo>
                      <a:lnTo>
                        <a:pt x="954632" y="272843"/>
                      </a:lnTo>
                      <a:lnTo>
                        <a:pt x="956587" y="272602"/>
                      </a:lnTo>
                      <a:lnTo>
                        <a:pt x="958404" y="272094"/>
                      </a:lnTo>
                      <a:lnTo>
                        <a:pt x="960105" y="271307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5" name="任意多边形: 形状 744"/>
                <p:cNvSpPr/>
                <p:nvPr>
                  <p:custDataLst>
                    <p:tags r:id="rId63"/>
                  </p:custDataLst>
                </p:nvPr>
              </p:nvSpPr>
              <p:spPr>
                <a:xfrm flipV="1">
                  <a:off x="5273303" y="1443886"/>
                  <a:ext cx="485529" cy="463778"/>
                </a:xfrm>
                <a:custGeom>
                  <a:avLst/>
                  <a:gdLst>
                    <a:gd name="connsiteX0" fmla="*/ 484703 w 485529"/>
                    <a:gd name="connsiteY0" fmla="*/ 446146 h 463778"/>
                    <a:gd name="connsiteX1" fmla="*/ 477756 w 485529"/>
                    <a:gd name="connsiteY1" fmla="*/ 461462 h 463778"/>
                    <a:gd name="connsiteX2" fmla="*/ 461005 w 485529"/>
                    <a:gd name="connsiteY2" fmla="*/ 459811 h 463778"/>
                    <a:gd name="connsiteX3" fmla="*/ 22852 w 485529"/>
                    <a:gd name="connsiteY3" fmla="*/ 206837 h 463778"/>
                    <a:gd name="connsiteX4" fmla="*/ 6144 w 485529"/>
                    <a:gd name="connsiteY4" fmla="*/ 189196 h 463778"/>
                    <a:gd name="connsiteX5" fmla="*/ 6104 w 485529"/>
                    <a:gd name="connsiteY5" fmla="*/ 189162 h 463778"/>
                    <a:gd name="connsiteX6" fmla="*/ -827 w 485529"/>
                    <a:gd name="connsiteY6" fmla="*/ 165839 h 463778"/>
                    <a:gd name="connsiteX7" fmla="*/ -827 w 485529"/>
                    <a:gd name="connsiteY7" fmla="*/ 16133 h 463778"/>
                    <a:gd name="connsiteX8" fmla="*/ 6144 w 485529"/>
                    <a:gd name="connsiteY8" fmla="*/ 819 h 463778"/>
                    <a:gd name="connsiteX9" fmla="*/ 22852 w 485529"/>
                    <a:gd name="connsiteY9" fmla="*/ 2466 h 463778"/>
                    <a:gd name="connsiteX10" fmla="*/ 461005 w 485529"/>
                    <a:gd name="connsiteY10" fmla="*/ 255454 h 463778"/>
                    <a:gd name="connsiteX11" fmla="*/ 477756 w 485529"/>
                    <a:gd name="connsiteY11" fmla="*/ 273086 h 463778"/>
                    <a:gd name="connsiteX12" fmla="*/ 477756 w 485529"/>
                    <a:gd name="connsiteY12" fmla="*/ 273125 h 463778"/>
                    <a:gd name="connsiteX13" fmla="*/ 484703 w 485529"/>
                    <a:gd name="connsiteY13" fmla="*/ 296431 h 463778"/>
                    <a:gd name="connsiteX14" fmla="*/ 484703 w 485529"/>
                    <a:gd name="connsiteY14" fmla="*/ 446146 h 463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8">
                      <a:moveTo>
                        <a:pt x="484703" y="446146"/>
                      </a:moveTo>
                      <a:cubicBezTo>
                        <a:pt x="484703" y="453664"/>
                        <a:pt x="482036" y="458960"/>
                        <a:pt x="477756" y="461462"/>
                      </a:cubicBezTo>
                      <a:cubicBezTo>
                        <a:pt x="473451" y="463913"/>
                        <a:pt x="467533" y="463583"/>
                        <a:pt x="461005" y="459811"/>
                      </a:cubicBezTo>
                      <a:lnTo>
                        <a:pt x="22852" y="206837"/>
                      </a:lnTo>
                      <a:cubicBezTo>
                        <a:pt x="16289" y="203077"/>
                        <a:pt x="10386" y="196572"/>
                        <a:pt x="6144" y="189196"/>
                      </a:cubicBezTo>
                      <a:lnTo>
                        <a:pt x="6104" y="189162"/>
                      </a:lnTo>
                      <a:cubicBezTo>
                        <a:pt x="1828" y="181745"/>
                        <a:pt x="-827" y="173370"/>
                        <a:pt x="-827" y="165839"/>
                      </a:cubicBezTo>
                      <a:lnTo>
                        <a:pt x="-827" y="16133"/>
                      </a:lnTo>
                      <a:cubicBezTo>
                        <a:pt x="-827" y="8593"/>
                        <a:pt x="1828" y="3320"/>
                        <a:pt x="6144" y="819"/>
                      </a:cubicBezTo>
                      <a:cubicBezTo>
                        <a:pt x="10425" y="-1642"/>
                        <a:pt x="16323" y="-1289"/>
                        <a:pt x="22852" y="2466"/>
                      </a:cubicBezTo>
                      <a:lnTo>
                        <a:pt x="461005" y="255454"/>
                      </a:lnTo>
                      <a:cubicBezTo>
                        <a:pt x="467533" y="259215"/>
                        <a:pt x="473451" y="265669"/>
                        <a:pt x="477756" y="273086"/>
                      </a:cubicBezTo>
                      <a:lnTo>
                        <a:pt x="477756" y="273125"/>
                      </a:lnTo>
                      <a:cubicBezTo>
                        <a:pt x="482036" y="280542"/>
                        <a:pt x="484703" y="288920"/>
                        <a:pt x="484703" y="296431"/>
                      </a:cubicBezTo>
                      <a:lnTo>
                        <a:pt x="484703" y="4461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6" name="任意多边形: 形状 745"/>
                <p:cNvSpPr/>
                <p:nvPr>
                  <p:custDataLst>
                    <p:tags r:id="rId64"/>
                  </p:custDataLst>
                </p:nvPr>
              </p:nvSpPr>
              <p:spPr>
                <a:xfrm flipV="1">
                  <a:off x="5690113" y="1527137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544 h 28301"/>
                    <a:gd name="connsiteX1" fmla="*/ 41291 w 48983"/>
                    <a:gd name="connsiteY1" fmla="*/ 27433 h 28301"/>
                    <a:gd name="connsiteX2" fmla="*/ -962 w 48983"/>
                    <a:gd name="connsiteY2" fmla="*/ 3026 h 28301"/>
                    <a:gd name="connsiteX3" fmla="*/ 5769 w 48983"/>
                    <a:gd name="connsiteY3" fmla="*/ -869 h 28301"/>
                    <a:gd name="connsiteX4" fmla="*/ 48022 w 48983"/>
                    <a:gd name="connsiteY4" fmla="*/ 235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544"/>
                      </a:moveTo>
                      <a:lnTo>
                        <a:pt x="41291" y="27433"/>
                      </a:lnTo>
                      <a:lnTo>
                        <a:pt x="-962" y="3026"/>
                      </a:lnTo>
                      <a:lnTo>
                        <a:pt x="5769" y="-869"/>
                      </a:lnTo>
                      <a:lnTo>
                        <a:pt x="48022" y="235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7" name="任意多边形: 形状 746"/>
                <p:cNvSpPr/>
                <p:nvPr>
                  <p:custDataLst>
                    <p:tags r:id="rId65"/>
                  </p:custDataLst>
                </p:nvPr>
              </p:nvSpPr>
              <p:spPr>
                <a:xfrm flipV="1">
                  <a:off x="5690113" y="1551543"/>
                  <a:ext cx="6731" cy="52715"/>
                </a:xfrm>
                <a:custGeom>
                  <a:avLst/>
                  <a:gdLst>
                    <a:gd name="connsiteX0" fmla="*/ 5783 w 6731"/>
                    <a:gd name="connsiteY0" fmla="*/ 47984 h 52715"/>
                    <a:gd name="connsiteX1" fmla="*/ -948 w 6731"/>
                    <a:gd name="connsiteY1" fmla="*/ 51879 h 52715"/>
                    <a:gd name="connsiteX2" fmla="*/ -948 w 6731"/>
                    <a:gd name="connsiteY2" fmla="*/ 3073 h 52715"/>
                    <a:gd name="connsiteX3" fmla="*/ 5783 w 6731"/>
                    <a:gd name="connsiteY3" fmla="*/ -836 h 52715"/>
                    <a:gd name="connsiteX4" fmla="*/ 5783 w 6731"/>
                    <a:gd name="connsiteY4" fmla="*/ 47984 h 52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5">
                      <a:moveTo>
                        <a:pt x="5783" y="47984"/>
                      </a:moveTo>
                      <a:lnTo>
                        <a:pt x="-948" y="51879"/>
                      </a:lnTo>
                      <a:lnTo>
                        <a:pt x="-948" y="3073"/>
                      </a:lnTo>
                      <a:lnTo>
                        <a:pt x="5783" y="-836"/>
                      </a:lnTo>
                      <a:lnTo>
                        <a:pt x="5783" y="47984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8" name="任意多边形: 形状 747"/>
                <p:cNvSpPr/>
                <p:nvPr>
                  <p:custDataLst>
                    <p:tags r:id="rId66"/>
                  </p:custDataLst>
                </p:nvPr>
              </p:nvSpPr>
              <p:spPr>
                <a:xfrm flipV="1">
                  <a:off x="5696844" y="1531025"/>
                  <a:ext cx="42252" cy="73233"/>
                </a:xfrm>
                <a:custGeom>
                  <a:avLst/>
                  <a:gdLst>
                    <a:gd name="connsiteX0" fmla="*/ -965 w 42252"/>
                    <a:gd name="connsiteY0" fmla="*/ -845 h 73233"/>
                    <a:gd name="connsiteX1" fmla="*/ 41288 w 42252"/>
                    <a:gd name="connsiteY1" fmla="*/ 23561 h 73233"/>
                    <a:gd name="connsiteX2" fmla="*/ 41288 w 42252"/>
                    <a:gd name="connsiteY2" fmla="*/ 72388 h 73233"/>
                    <a:gd name="connsiteX3" fmla="*/ -965 w 42252"/>
                    <a:gd name="connsiteY3" fmla="*/ 47975 h 73233"/>
                    <a:gd name="connsiteX4" fmla="*/ -965 w 42252"/>
                    <a:gd name="connsiteY4" fmla="*/ -845 h 73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3">
                      <a:moveTo>
                        <a:pt x="-965" y="-845"/>
                      </a:moveTo>
                      <a:lnTo>
                        <a:pt x="41288" y="23561"/>
                      </a:lnTo>
                      <a:lnTo>
                        <a:pt x="41288" y="72388"/>
                      </a:lnTo>
                      <a:lnTo>
                        <a:pt x="-965" y="47975"/>
                      </a:lnTo>
                      <a:lnTo>
                        <a:pt x="-965" y="-84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9" name="任意多边形: 形状 748"/>
                <p:cNvSpPr/>
                <p:nvPr>
                  <p:custDataLst>
                    <p:tags r:id="rId67"/>
                  </p:custDataLst>
                </p:nvPr>
              </p:nvSpPr>
              <p:spPr>
                <a:xfrm flipV="1">
                  <a:off x="5316206" y="1634698"/>
                  <a:ext cx="263721" cy="160720"/>
                </a:xfrm>
                <a:custGeom>
                  <a:avLst/>
                  <a:gdLst>
                    <a:gd name="connsiteX0" fmla="*/ 5133 w 263721"/>
                    <a:gd name="connsiteY0" fmla="*/ 94 h 160720"/>
                    <a:gd name="connsiteX1" fmla="*/ -780 w 263721"/>
                    <a:gd name="connsiteY1" fmla="*/ 3517 h 160720"/>
                    <a:gd name="connsiteX2" fmla="*/ 5133 w 263721"/>
                    <a:gd name="connsiteY2" fmla="*/ 13767 h 160720"/>
                    <a:gd name="connsiteX3" fmla="*/ 257025 w 263721"/>
                    <a:gd name="connsiteY3" fmla="*/ 159211 h 160720"/>
                    <a:gd name="connsiteX4" fmla="*/ 262942 w 263721"/>
                    <a:gd name="connsiteY4" fmla="*/ 155783 h 160720"/>
                    <a:gd name="connsiteX5" fmla="*/ 257025 w 263721"/>
                    <a:gd name="connsiteY5" fmla="*/ 145530 h 160720"/>
                    <a:gd name="connsiteX6" fmla="*/ 5133 w 263721"/>
                    <a:gd name="connsiteY6" fmla="*/ 94 h 160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20">
                      <a:moveTo>
                        <a:pt x="5133" y="94"/>
                      </a:moveTo>
                      <a:cubicBezTo>
                        <a:pt x="1843" y="-1787"/>
                        <a:pt x="-780" y="-278"/>
                        <a:pt x="-780" y="3517"/>
                      </a:cubicBezTo>
                      <a:cubicBezTo>
                        <a:pt x="-780" y="7267"/>
                        <a:pt x="1843" y="11852"/>
                        <a:pt x="5133" y="13767"/>
                      </a:cubicBezTo>
                      <a:lnTo>
                        <a:pt x="257025" y="159211"/>
                      </a:lnTo>
                      <a:cubicBezTo>
                        <a:pt x="260275" y="161077"/>
                        <a:pt x="262942" y="159549"/>
                        <a:pt x="262942" y="155783"/>
                      </a:cubicBezTo>
                      <a:cubicBezTo>
                        <a:pt x="262942" y="151987"/>
                        <a:pt x="260275" y="147419"/>
                        <a:pt x="257025" y="145530"/>
                      </a:cubicBezTo>
                      <a:lnTo>
                        <a:pt x="5133" y="94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0" name="任意多边形: 形状 749"/>
                <p:cNvSpPr/>
                <p:nvPr>
                  <p:custDataLst>
                    <p:tags r:id="rId68"/>
                  </p:custDataLst>
                </p:nvPr>
              </p:nvSpPr>
              <p:spPr>
                <a:xfrm flipV="1">
                  <a:off x="4784186" y="1435345"/>
                  <a:ext cx="496088" cy="470752"/>
                </a:xfrm>
                <a:custGeom>
                  <a:avLst/>
                  <a:gdLst>
                    <a:gd name="connsiteX0" fmla="*/ 495592 w 496088"/>
                    <a:gd name="connsiteY0" fmla="*/ 187623 h 470752"/>
                    <a:gd name="connsiteX1" fmla="*/ 6439 w 496088"/>
                    <a:gd name="connsiteY1" fmla="*/ 469999 h 470752"/>
                    <a:gd name="connsiteX2" fmla="*/ 6398 w 496088"/>
                    <a:gd name="connsiteY2" fmla="*/ 469986 h 470752"/>
                    <a:gd name="connsiteX3" fmla="*/ 4906 w 496088"/>
                    <a:gd name="connsiteY3" fmla="*/ 467167 h 470752"/>
                    <a:gd name="connsiteX4" fmla="*/ 3532 w 496088"/>
                    <a:gd name="connsiteY4" fmla="*/ 464296 h 470752"/>
                    <a:gd name="connsiteX5" fmla="*/ 2336 w 496088"/>
                    <a:gd name="connsiteY5" fmla="*/ 461363 h 470752"/>
                    <a:gd name="connsiteX6" fmla="*/ 1349 w 496088"/>
                    <a:gd name="connsiteY6" fmla="*/ 458391 h 470752"/>
                    <a:gd name="connsiteX7" fmla="*/ 565 w 496088"/>
                    <a:gd name="connsiteY7" fmla="*/ 455406 h 470752"/>
                    <a:gd name="connsiteX8" fmla="*/ -25 w 496088"/>
                    <a:gd name="connsiteY8" fmla="*/ 452473 h 470752"/>
                    <a:gd name="connsiteX9" fmla="*/ -403 w 496088"/>
                    <a:gd name="connsiteY9" fmla="*/ 449526 h 470752"/>
                    <a:gd name="connsiteX10" fmla="*/ -497 w 496088"/>
                    <a:gd name="connsiteY10" fmla="*/ 446656 h 470752"/>
                    <a:gd name="connsiteX11" fmla="*/ -497 w 496088"/>
                    <a:gd name="connsiteY11" fmla="*/ 296952 h 470752"/>
                    <a:gd name="connsiteX12" fmla="*/ -403 w 496088"/>
                    <a:gd name="connsiteY12" fmla="*/ 294249 h 470752"/>
                    <a:gd name="connsiteX13" fmla="*/ -25 w 496088"/>
                    <a:gd name="connsiteY13" fmla="*/ 291758 h 470752"/>
                    <a:gd name="connsiteX14" fmla="*/ 565 w 496088"/>
                    <a:gd name="connsiteY14" fmla="*/ 289471 h 470752"/>
                    <a:gd name="connsiteX15" fmla="*/ 1349 w 496088"/>
                    <a:gd name="connsiteY15" fmla="*/ 287417 h 470752"/>
                    <a:gd name="connsiteX16" fmla="*/ 2336 w 496088"/>
                    <a:gd name="connsiteY16" fmla="*/ 285601 h 470752"/>
                    <a:gd name="connsiteX17" fmla="*/ 3532 w 496088"/>
                    <a:gd name="connsiteY17" fmla="*/ 284034 h 470752"/>
                    <a:gd name="connsiteX18" fmla="*/ 4906 w 496088"/>
                    <a:gd name="connsiteY18" fmla="*/ 282730 h 470752"/>
                    <a:gd name="connsiteX19" fmla="*/ 6439 w 496088"/>
                    <a:gd name="connsiteY19" fmla="*/ 281673 h 470752"/>
                    <a:gd name="connsiteX20" fmla="*/ 495592 w 496088"/>
                    <a:gd name="connsiteY20" fmla="*/ -753 h 470752"/>
                    <a:gd name="connsiteX21" fmla="*/ 494054 w 496088"/>
                    <a:gd name="connsiteY21" fmla="*/ 313 h 470752"/>
                    <a:gd name="connsiteX22" fmla="*/ 492680 w 496088"/>
                    <a:gd name="connsiteY22" fmla="*/ 1647 h 470752"/>
                    <a:gd name="connsiteX23" fmla="*/ 491484 w 496088"/>
                    <a:gd name="connsiteY23" fmla="*/ 3176 h 470752"/>
                    <a:gd name="connsiteX24" fmla="*/ 490492 w 496088"/>
                    <a:gd name="connsiteY24" fmla="*/ 4996 h 470752"/>
                    <a:gd name="connsiteX25" fmla="*/ 489713 w 496088"/>
                    <a:gd name="connsiteY25" fmla="*/ 7054 h 470752"/>
                    <a:gd name="connsiteX26" fmla="*/ 489133 w 496088"/>
                    <a:gd name="connsiteY26" fmla="*/ 9342 h 470752"/>
                    <a:gd name="connsiteX27" fmla="*/ 488746 w 496088"/>
                    <a:gd name="connsiteY27" fmla="*/ 11832 h 470752"/>
                    <a:gd name="connsiteX28" fmla="*/ 488621 w 496088"/>
                    <a:gd name="connsiteY28" fmla="*/ 14560 h 470752"/>
                    <a:gd name="connsiteX29" fmla="*/ 488621 w 496088"/>
                    <a:gd name="connsiteY29" fmla="*/ 164267 h 470752"/>
                    <a:gd name="connsiteX30" fmla="*/ 488746 w 496088"/>
                    <a:gd name="connsiteY30" fmla="*/ 167139 h 470752"/>
                    <a:gd name="connsiteX31" fmla="*/ 489094 w 496088"/>
                    <a:gd name="connsiteY31" fmla="*/ 170051 h 470752"/>
                    <a:gd name="connsiteX32" fmla="*/ 489678 w 496088"/>
                    <a:gd name="connsiteY32" fmla="*/ 173028 h 470752"/>
                    <a:gd name="connsiteX33" fmla="*/ 490492 w 496088"/>
                    <a:gd name="connsiteY33" fmla="*/ 175970 h 470752"/>
                    <a:gd name="connsiteX34" fmla="*/ 491484 w 496088"/>
                    <a:gd name="connsiteY34" fmla="*/ 178936 h 470752"/>
                    <a:gd name="connsiteX35" fmla="*/ 492650 w 496088"/>
                    <a:gd name="connsiteY35" fmla="*/ 181878 h 470752"/>
                    <a:gd name="connsiteX36" fmla="*/ 494015 w 496088"/>
                    <a:gd name="connsiteY36" fmla="*/ 184750 h 470752"/>
                    <a:gd name="connsiteX37" fmla="*/ 495551 w 496088"/>
                    <a:gd name="connsiteY37" fmla="*/ 187589 h 470752"/>
                    <a:gd name="connsiteX38" fmla="*/ 495592 w 496088"/>
                    <a:gd name="connsiteY38" fmla="*/ 187623 h 470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2">
                      <a:moveTo>
                        <a:pt x="495592" y="187623"/>
                      </a:moveTo>
                      <a:lnTo>
                        <a:pt x="6439" y="469999"/>
                      </a:lnTo>
                      <a:lnTo>
                        <a:pt x="6398" y="469986"/>
                      </a:lnTo>
                      <a:lnTo>
                        <a:pt x="4906" y="467167"/>
                      </a:lnTo>
                      <a:lnTo>
                        <a:pt x="3532" y="464296"/>
                      </a:lnTo>
                      <a:lnTo>
                        <a:pt x="2336" y="461363"/>
                      </a:lnTo>
                      <a:lnTo>
                        <a:pt x="1349" y="458391"/>
                      </a:lnTo>
                      <a:lnTo>
                        <a:pt x="565" y="455406"/>
                      </a:lnTo>
                      <a:lnTo>
                        <a:pt x="-25" y="452473"/>
                      </a:lnTo>
                      <a:lnTo>
                        <a:pt x="-403" y="449526"/>
                      </a:lnTo>
                      <a:lnTo>
                        <a:pt x="-497" y="446656"/>
                      </a:lnTo>
                      <a:lnTo>
                        <a:pt x="-497" y="296952"/>
                      </a:lnTo>
                      <a:lnTo>
                        <a:pt x="-403" y="294249"/>
                      </a:lnTo>
                      <a:lnTo>
                        <a:pt x="-25" y="291758"/>
                      </a:lnTo>
                      <a:lnTo>
                        <a:pt x="565" y="289471"/>
                      </a:lnTo>
                      <a:lnTo>
                        <a:pt x="1349" y="287417"/>
                      </a:lnTo>
                      <a:lnTo>
                        <a:pt x="2336" y="285601"/>
                      </a:lnTo>
                      <a:lnTo>
                        <a:pt x="3532" y="284034"/>
                      </a:lnTo>
                      <a:lnTo>
                        <a:pt x="4906" y="282730"/>
                      </a:lnTo>
                      <a:lnTo>
                        <a:pt x="6439" y="281673"/>
                      </a:lnTo>
                      <a:lnTo>
                        <a:pt x="495592" y="-753"/>
                      </a:lnTo>
                      <a:lnTo>
                        <a:pt x="494054" y="313"/>
                      </a:lnTo>
                      <a:lnTo>
                        <a:pt x="492680" y="1647"/>
                      </a:lnTo>
                      <a:lnTo>
                        <a:pt x="491484" y="3176"/>
                      </a:lnTo>
                      <a:lnTo>
                        <a:pt x="490492" y="4996"/>
                      </a:lnTo>
                      <a:lnTo>
                        <a:pt x="489713" y="7054"/>
                      </a:lnTo>
                      <a:lnTo>
                        <a:pt x="489133" y="9342"/>
                      </a:lnTo>
                      <a:lnTo>
                        <a:pt x="488746" y="11832"/>
                      </a:lnTo>
                      <a:lnTo>
                        <a:pt x="488621" y="14560"/>
                      </a:lnTo>
                      <a:lnTo>
                        <a:pt x="488621" y="164267"/>
                      </a:lnTo>
                      <a:lnTo>
                        <a:pt x="488746" y="167139"/>
                      </a:lnTo>
                      <a:lnTo>
                        <a:pt x="489094" y="170051"/>
                      </a:lnTo>
                      <a:lnTo>
                        <a:pt x="489678" y="173028"/>
                      </a:lnTo>
                      <a:lnTo>
                        <a:pt x="490492" y="175970"/>
                      </a:lnTo>
                      <a:lnTo>
                        <a:pt x="491484" y="178936"/>
                      </a:lnTo>
                      <a:lnTo>
                        <a:pt x="492650" y="181878"/>
                      </a:lnTo>
                      <a:lnTo>
                        <a:pt x="494015" y="184750"/>
                      </a:lnTo>
                      <a:lnTo>
                        <a:pt x="495551" y="187589"/>
                      </a:lnTo>
                      <a:lnTo>
                        <a:pt x="495592" y="187623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1" name="任意多边形: 形状 750"/>
                <p:cNvSpPr/>
                <p:nvPr>
                  <p:custDataLst>
                    <p:tags r:id="rId69"/>
                  </p:custDataLst>
                </p:nvPr>
              </p:nvSpPr>
              <p:spPr>
                <a:xfrm flipV="1">
                  <a:off x="5562139" y="1634698"/>
                  <a:ext cx="17788" cy="14476"/>
                </a:xfrm>
                <a:custGeom>
                  <a:avLst/>
                  <a:gdLst>
                    <a:gd name="connsiteX0" fmla="*/ -864 w 17788"/>
                    <a:gd name="connsiteY0" fmla="*/ 6027 h 14476"/>
                    <a:gd name="connsiteX1" fmla="*/ 11008 w 17788"/>
                    <a:gd name="connsiteY1" fmla="*/ 12903 h 14476"/>
                    <a:gd name="connsiteX2" fmla="*/ 16925 w 17788"/>
                    <a:gd name="connsiteY2" fmla="*/ 9475 h 14476"/>
                    <a:gd name="connsiteX3" fmla="*/ 11008 w 17788"/>
                    <a:gd name="connsiteY3" fmla="*/ -779 h 14476"/>
                    <a:gd name="connsiteX4" fmla="*/ -864 w 17788"/>
                    <a:gd name="connsiteY4" fmla="*/ 6027 h 1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6">
                      <a:moveTo>
                        <a:pt x="-864" y="6027"/>
                      </a:moveTo>
                      <a:lnTo>
                        <a:pt x="11008" y="12903"/>
                      </a:lnTo>
                      <a:cubicBezTo>
                        <a:pt x="14258" y="14768"/>
                        <a:pt x="16925" y="13240"/>
                        <a:pt x="16925" y="9475"/>
                      </a:cubicBezTo>
                      <a:cubicBezTo>
                        <a:pt x="16925" y="5679"/>
                        <a:pt x="14258" y="1111"/>
                        <a:pt x="11008" y="-779"/>
                      </a:cubicBezTo>
                      <a:lnTo>
                        <a:pt x="-864" y="602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2" name="任意多边形: 形状 751"/>
                <p:cNvSpPr/>
                <p:nvPr>
                  <p:custDataLst>
                    <p:tags r:id="rId70"/>
                  </p:custDataLst>
                </p:nvPr>
              </p:nvSpPr>
              <p:spPr>
                <a:xfrm flipV="1">
                  <a:off x="5629153" y="1562338"/>
                  <a:ext cx="48983" cy="28277"/>
                </a:xfrm>
                <a:custGeom>
                  <a:avLst/>
                  <a:gdLst>
                    <a:gd name="connsiteX0" fmla="*/ 48063 w 48983"/>
                    <a:gd name="connsiteY0" fmla="*/ 23571 h 28277"/>
                    <a:gd name="connsiteX1" fmla="*/ 41332 w 48983"/>
                    <a:gd name="connsiteY1" fmla="*/ 27440 h 28277"/>
                    <a:gd name="connsiteX2" fmla="*/ -921 w 48983"/>
                    <a:gd name="connsiteY2" fmla="*/ 3071 h 28277"/>
                    <a:gd name="connsiteX3" fmla="*/ 5810 w 48983"/>
                    <a:gd name="connsiteY3" fmla="*/ -838 h 28277"/>
                    <a:gd name="connsiteX4" fmla="*/ 48063 w 48983"/>
                    <a:gd name="connsiteY4" fmla="*/ 23571 h 28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7">
                      <a:moveTo>
                        <a:pt x="48063" y="23571"/>
                      </a:moveTo>
                      <a:lnTo>
                        <a:pt x="41332" y="27440"/>
                      </a:lnTo>
                      <a:lnTo>
                        <a:pt x="-921" y="3071"/>
                      </a:lnTo>
                      <a:lnTo>
                        <a:pt x="5810" y="-838"/>
                      </a:lnTo>
                      <a:lnTo>
                        <a:pt x="48063" y="23571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3" name="任意多边形: 形状 752"/>
                <p:cNvSpPr/>
                <p:nvPr>
                  <p:custDataLst>
                    <p:tags r:id="rId71"/>
                  </p:custDataLst>
                </p:nvPr>
              </p:nvSpPr>
              <p:spPr>
                <a:xfrm flipV="1">
                  <a:off x="5629153" y="1586707"/>
                  <a:ext cx="6731" cy="52720"/>
                </a:xfrm>
                <a:custGeom>
                  <a:avLst/>
                  <a:gdLst>
                    <a:gd name="connsiteX0" fmla="*/ 5825 w 6731"/>
                    <a:gd name="connsiteY0" fmla="*/ 48006 h 52720"/>
                    <a:gd name="connsiteX1" fmla="*/ -906 w 6731"/>
                    <a:gd name="connsiteY1" fmla="*/ 51915 h 52720"/>
                    <a:gd name="connsiteX2" fmla="*/ -906 w 6731"/>
                    <a:gd name="connsiteY2" fmla="*/ 3095 h 52720"/>
                    <a:gd name="connsiteX3" fmla="*/ 5825 w 6731"/>
                    <a:gd name="connsiteY3" fmla="*/ -805 h 52720"/>
                    <a:gd name="connsiteX4" fmla="*/ 5825 w 6731"/>
                    <a:gd name="connsiteY4" fmla="*/ 48006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825" y="48006"/>
                      </a:moveTo>
                      <a:lnTo>
                        <a:pt x="-906" y="51915"/>
                      </a:lnTo>
                      <a:lnTo>
                        <a:pt x="-906" y="3095"/>
                      </a:lnTo>
                      <a:lnTo>
                        <a:pt x="5825" y="-805"/>
                      </a:lnTo>
                      <a:lnTo>
                        <a:pt x="5825" y="48006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4" name="任意多边形: 形状 753"/>
                <p:cNvSpPr/>
                <p:nvPr>
                  <p:custDataLst>
                    <p:tags r:id="rId72"/>
                  </p:custDataLst>
                </p:nvPr>
              </p:nvSpPr>
              <p:spPr>
                <a:xfrm flipV="1">
                  <a:off x="5635884" y="1566208"/>
                  <a:ext cx="42252" cy="73219"/>
                </a:xfrm>
                <a:custGeom>
                  <a:avLst/>
                  <a:gdLst>
                    <a:gd name="connsiteX0" fmla="*/ -923 w 42252"/>
                    <a:gd name="connsiteY0" fmla="*/ -814 h 73219"/>
                    <a:gd name="connsiteX1" fmla="*/ 41330 w 42252"/>
                    <a:gd name="connsiteY1" fmla="*/ 23584 h 73219"/>
                    <a:gd name="connsiteX2" fmla="*/ 41330 w 42252"/>
                    <a:gd name="connsiteY2" fmla="*/ 72405 h 73219"/>
                    <a:gd name="connsiteX3" fmla="*/ -923 w 42252"/>
                    <a:gd name="connsiteY3" fmla="*/ 47997 h 73219"/>
                    <a:gd name="connsiteX4" fmla="*/ -923 w 42252"/>
                    <a:gd name="connsiteY4" fmla="*/ -814 h 73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19">
                      <a:moveTo>
                        <a:pt x="-923" y="-814"/>
                      </a:moveTo>
                      <a:lnTo>
                        <a:pt x="41330" y="23584"/>
                      </a:lnTo>
                      <a:lnTo>
                        <a:pt x="41330" y="72405"/>
                      </a:lnTo>
                      <a:lnTo>
                        <a:pt x="-923" y="47997"/>
                      </a:lnTo>
                      <a:lnTo>
                        <a:pt x="-923" y="-814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5" name="任意多边形: 形状 754"/>
                <p:cNvSpPr/>
                <p:nvPr>
                  <p:custDataLst>
                    <p:tags r:id="rId73"/>
                  </p:custDataLst>
                </p:nvPr>
              </p:nvSpPr>
              <p:spPr>
                <a:xfrm flipV="1">
                  <a:off x="4791121" y="927002"/>
                  <a:ext cx="960765" cy="556224"/>
                </a:xfrm>
                <a:custGeom>
                  <a:avLst/>
                  <a:gdLst>
                    <a:gd name="connsiteX0" fmla="*/ 960105 w 960765"/>
                    <a:gd name="connsiteY0" fmla="*/ 271096 h 556224"/>
                    <a:gd name="connsiteX1" fmla="*/ 470951 w 960765"/>
                    <a:gd name="connsiteY1" fmla="*/ 553519 h 556224"/>
                    <a:gd name="connsiteX2" fmla="*/ 469275 w 960765"/>
                    <a:gd name="connsiteY2" fmla="*/ 554294 h 556224"/>
                    <a:gd name="connsiteX3" fmla="*/ 467434 w 960765"/>
                    <a:gd name="connsiteY3" fmla="*/ 554814 h 556224"/>
                    <a:gd name="connsiteX4" fmla="*/ 465485 w 960765"/>
                    <a:gd name="connsiteY4" fmla="*/ 555056 h 556224"/>
                    <a:gd name="connsiteX5" fmla="*/ 463440 w 960765"/>
                    <a:gd name="connsiteY5" fmla="*/ 555017 h 556224"/>
                    <a:gd name="connsiteX6" fmla="*/ 461248 w 960765"/>
                    <a:gd name="connsiteY6" fmla="*/ 554713 h 556224"/>
                    <a:gd name="connsiteX7" fmla="*/ 458985 w 960765"/>
                    <a:gd name="connsiteY7" fmla="*/ 554065 h 556224"/>
                    <a:gd name="connsiteX8" fmla="*/ 456624 w 960765"/>
                    <a:gd name="connsiteY8" fmla="*/ 553138 h 556224"/>
                    <a:gd name="connsiteX9" fmla="*/ 454238 w 960765"/>
                    <a:gd name="connsiteY9" fmla="*/ 551881 h 556224"/>
                    <a:gd name="connsiteX10" fmla="*/ 16058 w 960765"/>
                    <a:gd name="connsiteY10" fmla="*/ 298896 h 556224"/>
                    <a:gd name="connsiteX11" fmla="*/ 13631 w 960765"/>
                    <a:gd name="connsiteY11" fmla="*/ 297347 h 556224"/>
                    <a:gd name="connsiteX12" fmla="*/ 11301 w 960765"/>
                    <a:gd name="connsiteY12" fmla="*/ 295607 h 556224"/>
                    <a:gd name="connsiteX13" fmla="*/ 9014 w 960765"/>
                    <a:gd name="connsiteY13" fmla="*/ 293613 h 556224"/>
                    <a:gd name="connsiteX14" fmla="*/ 6865 w 960765"/>
                    <a:gd name="connsiteY14" fmla="*/ 291442 h 556224"/>
                    <a:gd name="connsiteX15" fmla="*/ 4777 w 960765"/>
                    <a:gd name="connsiteY15" fmla="*/ 289079 h 556224"/>
                    <a:gd name="connsiteX16" fmla="*/ 2823 w 960765"/>
                    <a:gd name="connsiteY16" fmla="*/ 286577 h 556224"/>
                    <a:gd name="connsiteX17" fmla="*/ 1011 w 960765"/>
                    <a:gd name="connsiteY17" fmla="*/ 283987 h 556224"/>
                    <a:gd name="connsiteX18" fmla="*/ -660 w 960765"/>
                    <a:gd name="connsiteY18" fmla="*/ 281244 h 556224"/>
                    <a:gd name="connsiteX19" fmla="*/ 488493 w 960765"/>
                    <a:gd name="connsiteY19" fmla="*/ -1169 h 556224"/>
                    <a:gd name="connsiteX20" fmla="*/ 490165 w 960765"/>
                    <a:gd name="connsiteY20" fmla="*/ 1564 h 556224"/>
                    <a:gd name="connsiteX21" fmla="*/ 491981 w 960765"/>
                    <a:gd name="connsiteY21" fmla="*/ 4193 h 556224"/>
                    <a:gd name="connsiteX22" fmla="*/ 493925 w 960765"/>
                    <a:gd name="connsiteY22" fmla="*/ 6694 h 556224"/>
                    <a:gd name="connsiteX23" fmla="*/ 495984 w 960765"/>
                    <a:gd name="connsiteY23" fmla="*/ 9015 h 556224"/>
                    <a:gd name="connsiteX24" fmla="*/ 498167 w 960765"/>
                    <a:gd name="connsiteY24" fmla="*/ 11198 h 556224"/>
                    <a:gd name="connsiteX25" fmla="*/ 500424 w 960765"/>
                    <a:gd name="connsiteY25" fmla="*/ 13185 h 556224"/>
                    <a:gd name="connsiteX26" fmla="*/ 502781 w 960765"/>
                    <a:gd name="connsiteY26" fmla="*/ 14963 h 556224"/>
                    <a:gd name="connsiteX27" fmla="*/ 505202 w 960765"/>
                    <a:gd name="connsiteY27" fmla="*/ 16512 h 556224"/>
                    <a:gd name="connsiteX28" fmla="*/ 943354 w 960765"/>
                    <a:gd name="connsiteY28" fmla="*/ 269458 h 556224"/>
                    <a:gd name="connsiteX29" fmla="*/ 945792 w 960765"/>
                    <a:gd name="connsiteY29" fmla="*/ 270715 h 556224"/>
                    <a:gd name="connsiteX30" fmla="*/ 948142 w 960765"/>
                    <a:gd name="connsiteY30" fmla="*/ 271642 h 556224"/>
                    <a:gd name="connsiteX31" fmla="*/ 950390 w 960765"/>
                    <a:gd name="connsiteY31" fmla="*/ 272290 h 556224"/>
                    <a:gd name="connsiteX32" fmla="*/ 952549 w 960765"/>
                    <a:gd name="connsiteY32" fmla="*/ 272633 h 556224"/>
                    <a:gd name="connsiteX33" fmla="*/ 954632 w 960765"/>
                    <a:gd name="connsiteY33" fmla="*/ 272671 h 556224"/>
                    <a:gd name="connsiteX34" fmla="*/ 956587 w 960765"/>
                    <a:gd name="connsiteY34" fmla="*/ 272430 h 556224"/>
                    <a:gd name="connsiteX35" fmla="*/ 958404 w 960765"/>
                    <a:gd name="connsiteY35" fmla="*/ 271884 h 556224"/>
                    <a:gd name="connsiteX36" fmla="*/ 960105 w 960765"/>
                    <a:gd name="connsiteY36" fmla="*/ 271096 h 556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4">
                      <a:moveTo>
                        <a:pt x="960105" y="271096"/>
                      </a:moveTo>
                      <a:lnTo>
                        <a:pt x="470951" y="553519"/>
                      </a:lnTo>
                      <a:lnTo>
                        <a:pt x="469275" y="554294"/>
                      </a:lnTo>
                      <a:lnTo>
                        <a:pt x="467434" y="554814"/>
                      </a:lnTo>
                      <a:lnTo>
                        <a:pt x="465485" y="555056"/>
                      </a:lnTo>
                      <a:lnTo>
                        <a:pt x="463440" y="555017"/>
                      </a:lnTo>
                      <a:lnTo>
                        <a:pt x="461248" y="554713"/>
                      </a:lnTo>
                      <a:lnTo>
                        <a:pt x="458985" y="554065"/>
                      </a:lnTo>
                      <a:lnTo>
                        <a:pt x="456624" y="553138"/>
                      </a:lnTo>
                      <a:lnTo>
                        <a:pt x="454238" y="551881"/>
                      </a:lnTo>
                      <a:lnTo>
                        <a:pt x="16058" y="298896"/>
                      </a:lnTo>
                      <a:lnTo>
                        <a:pt x="13631" y="297347"/>
                      </a:lnTo>
                      <a:lnTo>
                        <a:pt x="11301" y="295607"/>
                      </a:lnTo>
                      <a:lnTo>
                        <a:pt x="9014" y="293613"/>
                      </a:lnTo>
                      <a:lnTo>
                        <a:pt x="6865" y="291442"/>
                      </a:lnTo>
                      <a:lnTo>
                        <a:pt x="4777" y="289079"/>
                      </a:lnTo>
                      <a:lnTo>
                        <a:pt x="2823" y="286577"/>
                      </a:lnTo>
                      <a:lnTo>
                        <a:pt x="1011" y="283987"/>
                      </a:lnTo>
                      <a:lnTo>
                        <a:pt x="-660" y="281244"/>
                      </a:lnTo>
                      <a:lnTo>
                        <a:pt x="488493" y="-1169"/>
                      </a:lnTo>
                      <a:lnTo>
                        <a:pt x="490165" y="1564"/>
                      </a:lnTo>
                      <a:lnTo>
                        <a:pt x="491981" y="4193"/>
                      </a:lnTo>
                      <a:lnTo>
                        <a:pt x="493925" y="6694"/>
                      </a:lnTo>
                      <a:lnTo>
                        <a:pt x="495984" y="9015"/>
                      </a:lnTo>
                      <a:lnTo>
                        <a:pt x="498167" y="11198"/>
                      </a:lnTo>
                      <a:lnTo>
                        <a:pt x="500424" y="13185"/>
                      </a:lnTo>
                      <a:lnTo>
                        <a:pt x="502781" y="14963"/>
                      </a:lnTo>
                      <a:lnTo>
                        <a:pt x="505202" y="16512"/>
                      </a:lnTo>
                      <a:lnTo>
                        <a:pt x="943354" y="269458"/>
                      </a:lnTo>
                      <a:lnTo>
                        <a:pt x="945792" y="270715"/>
                      </a:lnTo>
                      <a:lnTo>
                        <a:pt x="948142" y="271642"/>
                      </a:lnTo>
                      <a:lnTo>
                        <a:pt x="950390" y="272290"/>
                      </a:lnTo>
                      <a:lnTo>
                        <a:pt x="952549" y="272633"/>
                      </a:lnTo>
                      <a:lnTo>
                        <a:pt x="954632" y="272671"/>
                      </a:lnTo>
                      <a:lnTo>
                        <a:pt x="956587" y="272430"/>
                      </a:lnTo>
                      <a:lnTo>
                        <a:pt x="958404" y="271884"/>
                      </a:lnTo>
                      <a:lnTo>
                        <a:pt x="960105" y="271096"/>
                      </a:lnTo>
                    </a:path>
                  </a:pathLst>
                </a:custGeom>
                <a:solidFill>
                  <a:srgbClr val="B2C0C1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6" name="任意多边形: 形状 755"/>
                <p:cNvSpPr/>
                <p:nvPr>
                  <p:custDataLst>
                    <p:tags r:id="rId74"/>
                  </p:custDataLst>
                </p:nvPr>
              </p:nvSpPr>
              <p:spPr>
                <a:xfrm flipV="1">
                  <a:off x="5273303" y="1209397"/>
                  <a:ext cx="485529" cy="463771"/>
                </a:xfrm>
                <a:custGeom>
                  <a:avLst/>
                  <a:gdLst>
                    <a:gd name="connsiteX0" fmla="*/ 484703 w 485529"/>
                    <a:gd name="connsiteY0" fmla="*/ 445920 h 463771"/>
                    <a:gd name="connsiteX1" fmla="*/ 477756 w 485529"/>
                    <a:gd name="connsiteY1" fmla="*/ 461248 h 463771"/>
                    <a:gd name="connsiteX2" fmla="*/ 461005 w 485529"/>
                    <a:gd name="connsiteY2" fmla="*/ 459610 h 463771"/>
                    <a:gd name="connsiteX3" fmla="*/ 22852 w 485529"/>
                    <a:gd name="connsiteY3" fmla="*/ 206664 h 463771"/>
                    <a:gd name="connsiteX4" fmla="*/ 6144 w 485529"/>
                    <a:gd name="connsiteY4" fmla="*/ 188983 h 463771"/>
                    <a:gd name="connsiteX5" fmla="*/ 6104 w 485529"/>
                    <a:gd name="connsiteY5" fmla="*/ 188943 h 463771"/>
                    <a:gd name="connsiteX6" fmla="*/ -827 w 485529"/>
                    <a:gd name="connsiteY6" fmla="*/ 165627 h 463771"/>
                    <a:gd name="connsiteX7" fmla="*/ -827 w 485529"/>
                    <a:gd name="connsiteY7" fmla="*/ 15926 h 463771"/>
                    <a:gd name="connsiteX8" fmla="*/ 6144 w 485529"/>
                    <a:gd name="connsiteY8" fmla="*/ 646 h 463771"/>
                    <a:gd name="connsiteX9" fmla="*/ 22852 w 485529"/>
                    <a:gd name="connsiteY9" fmla="*/ 2243 h 463771"/>
                    <a:gd name="connsiteX10" fmla="*/ 461005 w 485529"/>
                    <a:gd name="connsiteY10" fmla="*/ 255242 h 463771"/>
                    <a:gd name="connsiteX11" fmla="*/ 477756 w 485529"/>
                    <a:gd name="connsiteY11" fmla="*/ 272869 h 463771"/>
                    <a:gd name="connsiteX12" fmla="*/ 477756 w 485529"/>
                    <a:gd name="connsiteY12" fmla="*/ 272908 h 463771"/>
                    <a:gd name="connsiteX13" fmla="*/ 484703 w 485529"/>
                    <a:gd name="connsiteY13" fmla="*/ 296225 h 463771"/>
                    <a:gd name="connsiteX14" fmla="*/ 484703 w 485529"/>
                    <a:gd name="connsiteY14" fmla="*/ 445920 h 463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1">
                      <a:moveTo>
                        <a:pt x="484703" y="445920"/>
                      </a:moveTo>
                      <a:cubicBezTo>
                        <a:pt x="484703" y="453489"/>
                        <a:pt x="482036" y="458785"/>
                        <a:pt x="477756" y="461248"/>
                      </a:cubicBezTo>
                      <a:cubicBezTo>
                        <a:pt x="473451" y="463700"/>
                        <a:pt x="467533" y="463357"/>
                        <a:pt x="461005" y="459610"/>
                      </a:cubicBezTo>
                      <a:lnTo>
                        <a:pt x="22852" y="206664"/>
                      </a:lnTo>
                      <a:cubicBezTo>
                        <a:pt x="16289" y="202858"/>
                        <a:pt x="10386" y="196394"/>
                        <a:pt x="6144" y="188983"/>
                      </a:cubicBezTo>
                      <a:lnTo>
                        <a:pt x="6104" y="188943"/>
                      </a:lnTo>
                      <a:cubicBezTo>
                        <a:pt x="1828" y="181526"/>
                        <a:pt x="-827" y="173177"/>
                        <a:pt x="-827" y="165627"/>
                      </a:cubicBezTo>
                      <a:lnTo>
                        <a:pt x="-827" y="15926"/>
                      </a:lnTo>
                      <a:cubicBezTo>
                        <a:pt x="-827" y="8394"/>
                        <a:pt x="1828" y="3101"/>
                        <a:pt x="6144" y="646"/>
                      </a:cubicBezTo>
                      <a:cubicBezTo>
                        <a:pt x="10425" y="-1854"/>
                        <a:pt x="16323" y="-1513"/>
                        <a:pt x="22852" y="2243"/>
                      </a:cubicBezTo>
                      <a:lnTo>
                        <a:pt x="461005" y="255242"/>
                      </a:lnTo>
                      <a:cubicBezTo>
                        <a:pt x="467533" y="258988"/>
                        <a:pt x="473451" y="265491"/>
                        <a:pt x="477756" y="272869"/>
                      </a:cubicBezTo>
                      <a:lnTo>
                        <a:pt x="477756" y="272908"/>
                      </a:lnTo>
                      <a:cubicBezTo>
                        <a:pt x="482036" y="280324"/>
                        <a:pt x="484703" y="288706"/>
                        <a:pt x="484703" y="296225"/>
                      </a:cubicBezTo>
                      <a:lnTo>
                        <a:pt x="484703" y="445920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7" name="任意多边形: 形状 756"/>
                <p:cNvSpPr/>
                <p:nvPr>
                  <p:custDataLst>
                    <p:tags r:id="rId75"/>
                  </p:custDataLst>
                </p:nvPr>
              </p:nvSpPr>
              <p:spPr>
                <a:xfrm flipV="1">
                  <a:off x="5690113" y="1292648"/>
                  <a:ext cx="48983" cy="28257"/>
                </a:xfrm>
                <a:custGeom>
                  <a:avLst/>
                  <a:gdLst>
                    <a:gd name="connsiteX0" fmla="*/ 48022 w 48983"/>
                    <a:gd name="connsiteY0" fmla="*/ 23331 h 28257"/>
                    <a:gd name="connsiteX1" fmla="*/ 41291 w 48983"/>
                    <a:gd name="connsiteY1" fmla="*/ 27179 h 28257"/>
                    <a:gd name="connsiteX2" fmla="*/ -962 w 48983"/>
                    <a:gd name="connsiteY2" fmla="*/ 2808 h 28257"/>
                    <a:gd name="connsiteX3" fmla="*/ 5769 w 48983"/>
                    <a:gd name="connsiteY3" fmla="*/ -1078 h 28257"/>
                    <a:gd name="connsiteX4" fmla="*/ 48022 w 48983"/>
                    <a:gd name="connsiteY4" fmla="*/ 23331 h 28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57">
                      <a:moveTo>
                        <a:pt x="48022" y="23331"/>
                      </a:moveTo>
                      <a:lnTo>
                        <a:pt x="41291" y="27179"/>
                      </a:lnTo>
                      <a:lnTo>
                        <a:pt x="-962" y="2808"/>
                      </a:lnTo>
                      <a:lnTo>
                        <a:pt x="5769" y="-1078"/>
                      </a:lnTo>
                      <a:lnTo>
                        <a:pt x="48022" y="23331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8" name="任意多边形: 形状 757"/>
                <p:cNvSpPr/>
                <p:nvPr>
                  <p:custDataLst>
                    <p:tags r:id="rId76"/>
                  </p:custDataLst>
                </p:nvPr>
              </p:nvSpPr>
              <p:spPr>
                <a:xfrm flipV="1">
                  <a:off x="5690113" y="1317019"/>
                  <a:ext cx="6731" cy="52717"/>
                </a:xfrm>
                <a:custGeom>
                  <a:avLst/>
                  <a:gdLst>
                    <a:gd name="connsiteX0" fmla="*/ 5783 w 6731"/>
                    <a:gd name="connsiteY0" fmla="*/ 47786 h 52717"/>
                    <a:gd name="connsiteX1" fmla="*/ -948 w 6731"/>
                    <a:gd name="connsiteY1" fmla="*/ 51672 h 52717"/>
                    <a:gd name="connsiteX2" fmla="*/ -948 w 6731"/>
                    <a:gd name="connsiteY2" fmla="*/ 2815 h 52717"/>
                    <a:gd name="connsiteX3" fmla="*/ 5783 w 6731"/>
                    <a:gd name="connsiteY3" fmla="*/ -1046 h 52717"/>
                    <a:gd name="connsiteX4" fmla="*/ 5783 w 6731"/>
                    <a:gd name="connsiteY4" fmla="*/ 47786 h 5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7">
                      <a:moveTo>
                        <a:pt x="5783" y="47786"/>
                      </a:moveTo>
                      <a:lnTo>
                        <a:pt x="-948" y="51672"/>
                      </a:lnTo>
                      <a:lnTo>
                        <a:pt x="-948" y="2815"/>
                      </a:lnTo>
                      <a:lnTo>
                        <a:pt x="5783" y="-1046"/>
                      </a:lnTo>
                      <a:lnTo>
                        <a:pt x="5783" y="47786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9" name="任意多边形: 形状 758"/>
                <p:cNvSpPr/>
                <p:nvPr>
                  <p:custDataLst>
                    <p:tags r:id="rId77"/>
                  </p:custDataLst>
                </p:nvPr>
              </p:nvSpPr>
              <p:spPr>
                <a:xfrm flipV="1">
                  <a:off x="5696844" y="1296534"/>
                  <a:ext cx="42252" cy="73202"/>
                </a:xfrm>
                <a:custGeom>
                  <a:avLst/>
                  <a:gdLst>
                    <a:gd name="connsiteX0" fmla="*/ -965 w 42252"/>
                    <a:gd name="connsiteY0" fmla="*/ -1055 h 73202"/>
                    <a:gd name="connsiteX1" fmla="*/ 41288 w 42252"/>
                    <a:gd name="connsiteY1" fmla="*/ 23367 h 73202"/>
                    <a:gd name="connsiteX2" fmla="*/ 41288 w 42252"/>
                    <a:gd name="connsiteY2" fmla="*/ 72148 h 73202"/>
                    <a:gd name="connsiteX3" fmla="*/ -965 w 42252"/>
                    <a:gd name="connsiteY3" fmla="*/ 47777 h 73202"/>
                    <a:gd name="connsiteX4" fmla="*/ -965 w 42252"/>
                    <a:gd name="connsiteY4" fmla="*/ -1055 h 73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2">
                      <a:moveTo>
                        <a:pt x="-965" y="-1055"/>
                      </a:moveTo>
                      <a:lnTo>
                        <a:pt x="41288" y="23367"/>
                      </a:lnTo>
                      <a:lnTo>
                        <a:pt x="41288" y="72148"/>
                      </a:lnTo>
                      <a:lnTo>
                        <a:pt x="-965" y="47777"/>
                      </a:lnTo>
                      <a:lnTo>
                        <a:pt x="-965" y="-105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0" name="任意多边形: 形状 759"/>
                <p:cNvSpPr/>
                <p:nvPr>
                  <p:custDataLst>
                    <p:tags r:id="rId78"/>
                  </p:custDataLst>
                </p:nvPr>
              </p:nvSpPr>
              <p:spPr>
                <a:xfrm flipV="1">
                  <a:off x="5316206" y="1400212"/>
                  <a:ext cx="263721" cy="160706"/>
                </a:xfrm>
                <a:custGeom>
                  <a:avLst/>
                  <a:gdLst>
                    <a:gd name="connsiteX0" fmla="*/ 5133 w 263721"/>
                    <a:gd name="connsiteY0" fmla="*/ -121 h 160706"/>
                    <a:gd name="connsiteX1" fmla="*/ -780 w 263721"/>
                    <a:gd name="connsiteY1" fmla="*/ 3287 h 160706"/>
                    <a:gd name="connsiteX2" fmla="*/ 5133 w 263721"/>
                    <a:gd name="connsiteY2" fmla="*/ 13556 h 160706"/>
                    <a:gd name="connsiteX3" fmla="*/ 257025 w 263721"/>
                    <a:gd name="connsiteY3" fmla="*/ 158978 h 160706"/>
                    <a:gd name="connsiteX4" fmla="*/ 262942 w 263721"/>
                    <a:gd name="connsiteY4" fmla="*/ 155562 h 160706"/>
                    <a:gd name="connsiteX5" fmla="*/ 257025 w 263721"/>
                    <a:gd name="connsiteY5" fmla="*/ 145313 h 160706"/>
                    <a:gd name="connsiteX6" fmla="*/ 5133 w 263721"/>
                    <a:gd name="connsiteY6" fmla="*/ -121 h 160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06">
                      <a:moveTo>
                        <a:pt x="5133" y="-121"/>
                      </a:moveTo>
                      <a:cubicBezTo>
                        <a:pt x="1843" y="-2002"/>
                        <a:pt x="-780" y="-459"/>
                        <a:pt x="-780" y="3287"/>
                      </a:cubicBezTo>
                      <a:cubicBezTo>
                        <a:pt x="-780" y="7086"/>
                        <a:pt x="1843" y="11671"/>
                        <a:pt x="5133" y="13556"/>
                      </a:cubicBezTo>
                      <a:lnTo>
                        <a:pt x="257025" y="158978"/>
                      </a:lnTo>
                      <a:cubicBezTo>
                        <a:pt x="260275" y="160858"/>
                        <a:pt x="262942" y="159334"/>
                        <a:pt x="262942" y="155562"/>
                      </a:cubicBezTo>
                      <a:cubicBezTo>
                        <a:pt x="262942" y="151803"/>
                        <a:pt x="260275" y="147193"/>
                        <a:pt x="257025" y="145313"/>
                      </a:cubicBezTo>
                      <a:lnTo>
                        <a:pt x="5133" y="-121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1" name="任意多边形: 形状 760"/>
                <p:cNvSpPr/>
                <p:nvPr>
                  <p:custDataLst>
                    <p:tags r:id="rId79"/>
                  </p:custDataLst>
                </p:nvPr>
              </p:nvSpPr>
              <p:spPr>
                <a:xfrm flipV="1">
                  <a:off x="4784186" y="1200814"/>
                  <a:ext cx="496088" cy="470790"/>
                </a:xfrm>
                <a:custGeom>
                  <a:avLst/>
                  <a:gdLst>
                    <a:gd name="connsiteX0" fmla="*/ 495592 w 496088"/>
                    <a:gd name="connsiteY0" fmla="*/ 187415 h 470790"/>
                    <a:gd name="connsiteX1" fmla="*/ 6439 w 496088"/>
                    <a:gd name="connsiteY1" fmla="*/ 469828 h 470790"/>
                    <a:gd name="connsiteX2" fmla="*/ 6398 w 496088"/>
                    <a:gd name="connsiteY2" fmla="*/ 469802 h 470790"/>
                    <a:gd name="connsiteX3" fmla="*/ 4906 w 496088"/>
                    <a:gd name="connsiteY3" fmla="*/ 466957 h 470790"/>
                    <a:gd name="connsiteX4" fmla="*/ 3532 w 496088"/>
                    <a:gd name="connsiteY4" fmla="*/ 464087 h 470790"/>
                    <a:gd name="connsiteX5" fmla="*/ 2336 w 496088"/>
                    <a:gd name="connsiteY5" fmla="*/ 461141 h 470790"/>
                    <a:gd name="connsiteX6" fmla="*/ 1349 w 496088"/>
                    <a:gd name="connsiteY6" fmla="*/ 458169 h 470790"/>
                    <a:gd name="connsiteX7" fmla="*/ 565 w 496088"/>
                    <a:gd name="connsiteY7" fmla="*/ 455235 h 470790"/>
                    <a:gd name="connsiteX8" fmla="*/ -25 w 496088"/>
                    <a:gd name="connsiteY8" fmla="*/ 452263 h 470790"/>
                    <a:gd name="connsiteX9" fmla="*/ -403 w 496088"/>
                    <a:gd name="connsiteY9" fmla="*/ 449355 h 470790"/>
                    <a:gd name="connsiteX10" fmla="*/ -497 w 496088"/>
                    <a:gd name="connsiteY10" fmla="*/ 446485 h 470790"/>
                    <a:gd name="connsiteX11" fmla="*/ -497 w 496088"/>
                    <a:gd name="connsiteY11" fmla="*/ 296777 h 470790"/>
                    <a:gd name="connsiteX12" fmla="*/ -403 w 496088"/>
                    <a:gd name="connsiteY12" fmla="*/ 294034 h 470790"/>
                    <a:gd name="connsiteX13" fmla="*/ -25 w 496088"/>
                    <a:gd name="connsiteY13" fmla="*/ 291545 h 470790"/>
                    <a:gd name="connsiteX14" fmla="*/ 565 w 496088"/>
                    <a:gd name="connsiteY14" fmla="*/ 289246 h 470790"/>
                    <a:gd name="connsiteX15" fmla="*/ 1349 w 496088"/>
                    <a:gd name="connsiteY15" fmla="*/ 287202 h 470790"/>
                    <a:gd name="connsiteX16" fmla="*/ 2336 w 496088"/>
                    <a:gd name="connsiteY16" fmla="*/ 285398 h 470790"/>
                    <a:gd name="connsiteX17" fmla="*/ 3532 w 496088"/>
                    <a:gd name="connsiteY17" fmla="*/ 283861 h 470790"/>
                    <a:gd name="connsiteX18" fmla="*/ 4906 w 496088"/>
                    <a:gd name="connsiteY18" fmla="*/ 282515 h 470790"/>
                    <a:gd name="connsiteX19" fmla="*/ 6439 w 496088"/>
                    <a:gd name="connsiteY19" fmla="*/ 281461 h 470790"/>
                    <a:gd name="connsiteX20" fmla="*/ 495592 w 496088"/>
                    <a:gd name="connsiteY20" fmla="*/ -963 h 470790"/>
                    <a:gd name="connsiteX21" fmla="*/ 494054 w 496088"/>
                    <a:gd name="connsiteY21" fmla="*/ 140 h 470790"/>
                    <a:gd name="connsiteX22" fmla="*/ 492680 w 496088"/>
                    <a:gd name="connsiteY22" fmla="*/ 1439 h 470790"/>
                    <a:gd name="connsiteX23" fmla="*/ 491484 w 496088"/>
                    <a:gd name="connsiteY23" fmla="*/ 3006 h 470790"/>
                    <a:gd name="connsiteX24" fmla="*/ 490492 w 496088"/>
                    <a:gd name="connsiteY24" fmla="*/ 4812 h 470790"/>
                    <a:gd name="connsiteX25" fmla="*/ 489713 w 496088"/>
                    <a:gd name="connsiteY25" fmla="*/ 6866 h 470790"/>
                    <a:gd name="connsiteX26" fmla="*/ 489133 w 496088"/>
                    <a:gd name="connsiteY26" fmla="*/ 9124 h 470790"/>
                    <a:gd name="connsiteX27" fmla="*/ 488746 w 496088"/>
                    <a:gd name="connsiteY27" fmla="*/ 11653 h 470790"/>
                    <a:gd name="connsiteX28" fmla="*/ 488621 w 496088"/>
                    <a:gd name="connsiteY28" fmla="*/ 14357 h 470790"/>
                    <a:gd name="connsiteX29" fmla="*/ 488621 w 496088"/>
                    <a:gd name="connsiteY29" fmla="*/ 164058 h 470790"/>
                    <a:gd name="connsiteX30" fmla="*/ 488746 w 496088"/>
                    <a:gd name="connsiteY30" fmla="*/ 166931 h 470790"/>
                    <a:gd name="connsiteX31" fmla="*/ 489094 w 496088"/>
                    <a:gd name="connsiteY31" fmla="*/ 169838 h 470790"/>
                    <a:gd name="connsiteX32" fmla="*/ 489678 w 496088"/>
                    <a:gd name="connsiteY32" fmla="*/ 172814 h 470790"/>
                    <a:gd name="connsiteX33" fmla="*/ 490492 w 496088"/>
                    <a:gd name="connsiteY33" fmla="*/ 175786 h 470790"/>
                    <a:gd name="connsiteX34" fmla="*/ 491484 w 496088"/>
                    <a:gd name="connsiteY34" fmla="*/ 178723 h 470790"/>
                    <a:gd name="connsiteX35" fmla="*/ 492650 w 496088"/>
                    <a:gd name="connsiteY35" fmla="*/ 181670 h 470790"/>
                    <a:gd name="connsiteX36" fmla="*/ 494015 w 496088"/>
                    <a:gd name="connsiteY36" fmla="*/ 184577 h 470790"/>
                    <a:gd name="connsiteX37" fmla="*/ 495551 w 496088"/>
                    <a:gd name="connsiteY37" fmla="*/ 187374 h 470790"/>
                    <a:gd name="connsiteX38" fmla="*/ 495592 w 496088"/>
                    <a:gd name="connsiteY38" fmla="*/ 187415 h 470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90">
                      <a:moveTo>
                        <a:pt x="495592" y="187415"/>
                      </a:moveTo>
                      <a:lnTo>
                        <a:pt x="6439" y="469828"/>
                      </a:lnTo>
                      <a:lnTo>
                        <a:pt x="6398" y="469802"/>
                      </a:lnTo>
                      <a:lnTo>
                        <a:pt x="4906" y="466957"/>
                      </a:lnTo>
                      <a:lnTo>
                        <a:pt x="3532" y="464087"/>
                      </a:lnTo>
                      <a:lnTo>
                        <a:pt x="2336" y="461141"/>
                      </a:lnTo>
                      <a:lnTo>
                        <a:pt x="1349" y="458169"/>
                      </a:lnTo>
                      <a:lnTo>
                        <a:pt x="565" y="455235"/>
                      </a:lnTo>
                      <a:lnTo>
                        <a:pt x="-25" y="452263"/>
                      </a:lnTo>
                      <a:lnTo>
                        <a:pt x="-403" y="449355"/>
                      </a:lnTo>
                      <a:lnTo>
                        <a:pt x="-497" y="446485"/>
                      </a:lnTo>
                      <a:lnTo>
                        <a:pt x="-497" y="296777"/>
                      </a:lnTo>
                      <a:lnTo>
                        <a:pt x="-403" y="294034"/>
                      </a:lnTo>
                      <a:lnTo>
                        <a:pt x="-25" y="291545"/>
                      </a:lnTo>
                      <a:lnTo>
                        <a:pt x="565" y="289246"/>
                      </a:lnTo>
                      <a:lnTo>
                        <a:pt x="1349" y="287202"/>
                      </a:lnTo>
                      <a:lnTo>
                        <a:pt x="2336" y="285398"/>
                      </a:lnTo>
                      <a:lnTo>
                        <a:pt x="3532" y="283861"/>
                      </a:lnTo>
                      <a:lnTo>
                        <a:pt x="4906" y="282515"/>
                      </a:lnTo>
                      <a:lnTo>
                        <a:pt x="6439" y="281461"/>
                      </a:lnTo>
                      <a:lnTo>
                        <a:pt x="495592" y="-963"/>
                      </a:lnTo>
                      <a:lnTo>
                        <a:pt x="494054" y="140"/>
                      </a:lnTo>
                      <a:lnTo>
                        <a:pt x="492680" y="1439"/>
                      </a:lnTo>
                      <a:lnTo>
                        <a:pt x="491484" y="3006"/>
                      </a:lnTo>
                      <a:lnTo>
                        <a:pt x="490492" y="4812"/>
                      </a:lnTo>
                      <a:lnTo>
                        <a:pt x="489713" y="6866"/>
                      </a:lnTo>
                      <a:lnTo>
                        <a:pt x="489133" y="9124"/>
                      </a:lnTo>
                      <a:lnTo>
                        <a:pt x="488746" y="11653"/>
                      </a:lnTo>
                      <a:lnTo>
                        <a:pt x="488621" y="14357"/>
                      </a:lnTo>
                      <a:lnTo>
                        <a:pt x="488621" y="164058"/>
                      </a:lnTo>
                      <a:lnTo>
                        <a:pt x="488746" y="166931"/>
                      </a:lnTo>
                      <a:lnTo>
                        <a:pt x="489094" y="169838"/>
                      </a:lnTo>
                      <a:lnTo>
                        <a:pt x="489678" y="172814"/>
                      </a:lnTo>
                      <a:lnTo>
                        <a:pt x="490492" y="175786"/>
                      </a:lnTo>
                      <a:lnTo>
                        <a:pt x="491484" y="178723"/>
                      </a:lnTo>
                      <a:lnTo>
                        <a:pt x="492650" y="181670"/>
                      </a:lnTo>
                      <a:lnTo>
                        <a:pt x="494015" y="184577"/>
                      </a:lnTo>
                      <a:lnTo>
                        <a:pt x="495551" y="187374"/>
                      </a:lnTo>
                      <a:lnTo>
                        <a:pt x="495592" y="187415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2" name="任意多边形: 形状 761"/>
                <p:cNvSpPr/>
                <p:nvPr>
                  <p:custDataLst>
                    <p:tags r:id="rId80"/>
                  </p:custDataLst>
                </p:nvPr>
              </p:nvSpPr>
              <p:spPr>
                <a:xfrm flipV="1">
                  <a:off x="5562139" y="1400212"/>
                  <a:ext cx="17788" cy="14469"/>
                </a:xfrm>
                <a:custGeom>
                  <a:avLst/>
                  <a:gdLst>
                    <a:gd name="connsiteX0" fmla="*/ -864 w 17788"/>
                    <a:gd name="connsiteY0" fmla="*/ 5844 h 14469"/>
                    <a:gd name="connsiteX1" fmla="*/ 11008 w 17788"/>
                    <a:gd name="connsiteY1" fmla="*/ 12677 h 14469"/>
                    <a:gd name="connsiteX2" fmla="*/ 16925 w 17788"/>
                    <a:gd name="connsiteY2" fmla="*/ 9260 h 14469"/>
                    <a:gd name="connsiteX3" fmla="*/ 11008 w 17788"/>
                    <a:gd name="connsiteY3" fmla="*/ -988 h 14469"/>
                    <a:gd name="connsiteX4" fmla="*/ -864 w 17788"/>
                    <a:gd name="connsiteY4" fmla="*/ 5844 h 1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69">
                      <a:moveTo>
                        <a:pt x="-864" y="5844"/>
                      </a:moveTo>
                      <a:lnTo>
                        <a:pt x="11008" y="12677"/>
                      </a:lnTo>
                      <a:cubicBezTo>
                        <a:pt x="14258" y="14556"/>
                        <a:pt x="16925" y="13032"/>
                        <a:pt x="16925" y="9260"/>
                      </a:cubicBezTo>
                      <a:cubicBezTo>
                        <a:pt x="16925" y="5501"/>
                        <a:pt x="14258" y="891"/>
                        <a:pt x="11008" y="-988"/>
                      </a:cubicBezTo>
                      <a:lnTo>
                        <a:pt x="-864" y="5844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3" name="任意多边形: 形状 762"/>
                <p:cNvSpPr/>
                <p:nvPr>
                  <p:custDataLst>
                    <p:tags r:id="rId81"/>
                  </p:custDataLst>
                </p:nvPr>
              </p:nvSpPr>
              <p:spPr>
                <a:xfrm flipV="1">
                  <a:off x="5629153" y="1327826"/>
                  <a:ext cx="48983" cy="28295"/>
                </a:xfrm>
                <a:custGeom>
                  <a:avLst/>
                  <a:gdLst>
                    <a:gd name="connsiteX0" fmla="*/ 48063 w 48983"/>
                    <a:gd name="connsiteY0" fmla="*/ 23363 h 28295"/>
                    <a:gd name="connsiteX1" fmla="*/ 41332 w 48983"/>
                    <a:gd name="connsiteY1" fmla="*/ 27249 h 28295"/>
                    <a:gd name="connsiteX2" fmla="*/ -921 w 48983"/>
                    <a:gd name="connsiteY2" fmla="*/ 2852 h 28295"/>
                    <a:gd name="connsiteX3" fmla="*/ 5810 w 48983"/>
                    <a:gd name="connsiteY3" fmla="*/ -1047 h 28295"/>
                    <a:gd name="connsiteX4" fmla="*/ 48063 w 48983"/>
                    <a:gd name="connsiteY4" fmla="*/ 23363 h 28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95">
                      <a:moveTo>
                        <a:pt x="48063" y="23363"/>
                      </a:moveTo>
                      <a:lnTo>
                        <a:pt x="41332" y="27249"/>
                      </a:lnTo>
                      <a:lnTo>
                        <a:pt x="-921" y="2852"/>
                      </a:lnTo>
                      <a:lnTo>
                        <a:pt x="5810" y="-1047"/>
                      </a:lnTo>
                      <a:lnTo>
                        <a:pt x="48063" y="23363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4" name="任意多边形: 形状 763"/>
                <p:cNvSpPr/>
                <p:nvPr>
                  <p:custDataLst>
                    <p:tags r:id="rId82"/>
                  </p:custDataLst>
                </p:nvPr>
              </p:nvSpPr>
              <p:spPr>
                <a:xfrm flipV="1">
                  <a:off x="5629153" y="1352223"/>
                  <a:ext cx="6731" cy="52730"/>
                </a:xfrm>
                <a:custGeom>
                  <a:avLst/>
                  <a:gdLst>
                    <a:gd name="connsiteX0" fmla="*/ 5825 w 6731"/>
                    <a:gd name="connsiteY0" fmla="*/ 47817 h 52730"/>
                    <a:gd name="connsiteX1" fmla="*/ -906 w 6731"/>
                    <a:gd name="connsiteY1" fmla="*/ 51716 h 52730"/>
                    <a:gd name="connsiteX2" fmla="*/ -906 w 6731"/>
                    <a:gd name="connsiteY2" fmla="*/ 2898 h 52730"/>
                    <a:gd name="connsiteX3" fmla="*/ 5825 w 6731"/>
                    <a:gd name="connsiteY3" fmla="*/ -1014 h 52730"/>
                    <a:gd name="connsiteX4" fmla="*/ 5825 w 6731"/>
                    <a:gd name="connsiteY4" fmla="*/ 47817 h 52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30">
                      <a:moveTo>
                        <a:pt x="5825" y="47817"/>
                      </a:moveTo>
                      <a:lnTo>
                        <a:pt x="-906" y="51716"/>
                      </a:lnTo>
                      <a:lnTo>
                        <a:pt x="-906" y="2898"/>
                      </a:lnTo>
                      <a:lnTo>
                        <a:pt x="5825" y="-1014"/>
                      </a:lnTo>
                      <a:lnTo>
                        <a:pt x="5825" y="47817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5" name="任意多边形: 形状 764"/>
                <p:cNvSpPr/>
                <p:nvPr>
                  <p:custDataLst>
                    <p:tags r:id="rId83"/>
                  </p:custDataLst>
                </p:nvPr>
              </p:nvSpPr>
              <p:spPr>
                <a:xfrm flipV="1">
                  <a:off x="5635884" y="1331713"/>
                  <a:ext cx="42252" cy="73240"/>
                </a:xfrm>
                <a:custGeom>
                  <a:avLst/>
                  <a:gdLst>
                    <a:gd name="connsiteX0" fmla="*/ -923 w 42252"/>
                    <a:gd name="connsiteY0" fmla="*/ -1023 h 73240"/>
                    <a:gd name="connsiteX1" fmla="*/ 41330 w 42252"/>
                    <a:gd name="connsiteY1" fmla="*/ 23399 h 73240"/>
                    <a:gd name="connsiteX2" fmla="*/ 41330 w 42252"/>
                    <a:gd name="connsiteY2" fmla="*/ 72218 h 73240"/>
                    <a:gd name="connsiteX3" fmla="*/ -923 w 42252"/>
                    <a:gd name="connsiteY3" fmla="*/ 47808 h 73240"/>
                    <a:gd name="connsiteX4" fmla="*/ -923 w 42252"/>
                    <a:gd name="connsiteY4" fmla="*/ -1023 h 73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40">
                      <a:moveTo>
                        <a:pt x="-923" y="-1023"/>
                      </a:moveTo>
                      <a:lnTo>
                        <a:pt x="41330" y="23399"/>
                      </a:lnTo>
                      <a:lnTo>
                        <a:pt x="41330" y="72218"/>
                      </a:lnTo>
                      <a:lnTo>
                        <a:pt x="-923" y="47808"/>
                      </a:lnTo>
                      <a:lnTo>
                        <a:pt x="-923" y="-1023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pic>
            <p:nvPicPr>
              <p:cNvPr id="732" name="图形 731" descr="区块链 纯色填充"/>
              <p:cNvPicPr>
                <a:picLocks noChangeAspect="1"/>
              </p:cNvPicPr>
              <p:nvPr>
                <p:custDataLst>
                  <p:tags r:id="rId84"/>
                </p:custDataLst>
              </p:nvPr>
            </p:nvPicPr>
            <p:blipFill>
              <a:blip r:embed="rId8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6"/>
                  </a:ext>
                </a:extLst>
              </a:blip>
              <a:stretch>
                <a:fillRect/>
              </a:stretch>
            </p:blipFill>
            <p:spPr>
              <a:xfrm>
                <a:off x="3228040" y="4980845"/>
                <a:ext cx="242871" cy="206708"/>
              </a:xfrm>
              <a:prstGeom prst="rect">
                <a:avLst/>
              </a:prstGeom>
              <a:effectLst>
                <a:glow rad="63500">
                  <a:schemeClr val="bg1"/>
                </a:glow>
              </a:effectLst>
            </p:spPr>
          </p:pic>
        </p:grpSp>
        <p:cxnSp>
          <p:nvCxnSpPr>
            <p:cNvPr id="730" name="直接连接符 729"/>
            <p:cNvCxnSpPr/>
            <p:nvPr>
              <p:custDataLst>
                <p:tags r:id="rId87"/>
              </p:custDataLst>
            </p:nvPr>
          </p:nvCxnSpPr>
          <p:spPr>
            <a:xfrm>
              <a:off x="3169173" y="5151949"/>
              <a:ext cx="0" cy="976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6" name="组合 765"/>
          <p:cNvGrpSpPr/>
          <p:nvPr/>
        </p:nvGrpSpPr>
        <p:grpSpPr>
          <a:xfrm>
            <a:off x="6476566" y="5921960"/>
            <a:ext cx="362426" cy="370142"/>
            <a:chOff x="3028402" y="4766571"/>
            <a:chExt cx="442509" cy="483057"/>
          </a:xfrm>
        </p:grpSpPr>
        <p:grpSp>
          <p:nvGrpSpPr>
            <p:cNvPr id="767" name="组合 766"/>
            <p:cNvGrpSpPr/>
            <p:nvPr/>
          </p:nvGrpSpPr>
          <p:grpSpPr>
            <a:xfrm>
              <a:off x="3028402" y="4766571"/>
              <a:ext cx="442509" cy="420982"/>
              <a:chOff x="3028402" y="4766571"/>
              <a:chExt cx="442509" cy="420982"/>
            </a:xfrm>
          </p:grpSpPr>
          <p:grpSp>
            <p:nvGrpSpPr>
              <p:cNvPr id="769" name="图形 16"/>
              <p:cNvGrpSpPr/>
              <p:nvPr/>
            </p:nvGrpSpPr>
            <p:grpSpPr>
              <a:xfrm flipH="1">
                <a:off x="3028402" y="4766571"/>
                <a:ext cx="328747" cy="393197"/>
                <a:chOff x="4784186" y="927002"/>
                <a:chExt cx="974646" cy="1210570"/>
              </a:xfrm>
            </p:grpSpPr>
            <p:sp>
              <p:nvSpPr>
                <p:cNvPr id="771" name="任意多边形: 形状 770"/>
                <p:cNvSpPr/>
                <p:nvPr>
                  <p:custDataLst>
                    <p:tags r:id="rId88"/>
                  </p:custDataLst>
                </p:nvPr>
              </p:nvSpPr>
              <p:spPr>
                <a:xfrm flipV="1">
                  <a:off x="4791121" y="1391403"/>
                  <a:ext cx="960765" cy="556232"/>
                </a:xfrm>
                <a:custGeom>
                  <a:avLst/>
                  <a:gdLst>
                    <a:gd name="connsiteX0" fmla="*/ 960105 w 960765"/>
                    <a:gd name="connsiteY0" fmla="*/ 271476 h 556232"/>
                    <a:gd name="connsiteX1" fmla="*/ 470951 w 960765"/>
                    <a:gd name="connsiteY1" fmla="*/ 553903 h 556232"/>
                    <a:gd name="connsiteX2" fmla="*/ 469275 w 960765"/>
                    <a:gd name="connsiteY2" fmla="*/ 554690 h 556232"/>
                    <a:gd name="connsiteX3" fmla="*/ 467434 w 960765"/>
                    <a:gd name="connsiteY3" fmla="*/ 555236 h 556232"/>
                    <a:gd name="connsiteX4" fmla="*/ 465485 w 960765"/>
                    <a:gd name="connsiteY4" fmla="*/ 555477 h 556232"/>
                    <a:gd name="connsiteX5" fmla="*/ 463440 w 960765"/>
                    <a:gd name="connsiteY5" fmla="*/ 555439 h 556232"/>
                    <a:gd name="connsiteX6" fmla="*/ 461248 w 960765"/>
                    <a:gd name="connsiteY6" fmla="*/ 555109 h 556232"/>
                    <a:gd name="connsiteX7" fmla="*/ 458985 w 960765"/>
                    <a:gd name="connsiteY7" fmla="*/ 554449 h 556232"/>
                    <a:gd name="connsiteX8" fmla="*/ 456624 w 960765"/>
                    <a:gd name="connsiteY8" fmla="*/ 553522 h 556232"/>
                    <a:gd name="connsiteX9" fmla="*/ 454238 w 960765"/>
                    <a:gd name="connsiteY9" fmla="*/ 552264 h 556232"/>
                    <a:gd name="connsiteX10" fmla="*/ 16058 w 960765"/>
                    <a:gd name="connsiteY10" fmla="*/ 299312 h 556232"/>
                    <a:gd name="connsiteX11" fmla="*/ 13631 w 960765"/>
                    <a:gd name="connsiteY11" fmla="*/ 297769 h 556232"/>
                    <a:gd name="connsiteX12" fmla="*/ 11301 w 960765"/>
                    <a:gd name="connsiteY12" fmla="*/ 295999 h 556232"/>
                    <a:gd name="connsiteX13" fmla="*/ 9014 w 960765"/>
                    <a:gd name="connsiteY13" fmla="*/ 294019 h 556232"/>
                    <a:gd name="connsiteX14" fmla="*/ 6865 w 960765"/>
                    <a:gd name="connsiteY14" fmla="*/ 291822 h 556232"/>
                    <a:gd name="connsiteX15" fmla="*/ 4777 w 960765"/>
                    <a:gd name="connsiteY15" fmla="*/ 289500 h 556232"/>
                    <a:gd name="connsiteX16" fmla="*/ 2823 w 960765"/>
                    <a:gd name="connsiteY16" fmla="*/ 287000 h 556232"/>
                    <a:gd name="connsiteX17" fmla="*/ 1011 w 960765"/>
                    <a:gd name="connsiteY17" fmla="*/ 284371 h 556232"/>
                    <a:gd name="connsiteX18" fmla="*/ -660 w 960765"/>
                    <a:gd name="connsiteY18" fmla="*/ 281631 h 556232"/>
                    <a:gd name="connsiteX19" fmla="*/ 488493 w 960765"/>
                    <a:gd name="connsiteY19" fmla="*/ -755 h 556232"/>
                    <a:gd name="connsiteX20" fmla="*/ 490165 w 960765"/>
                    <a:gd name="connsiteY20" fmla="*/ 1949 h 556232"/>
                    <a:gd name="connsiteX21" fmla="*/ 491981 w 960765"/>
                    <a:gd name="connsiteY21" fmla="*/ 4578 h 556232"/>
                    <a:gd name="connsiteX22" fmla="*/ 493925 w 960765"/>
                    <a:gd name="connsiteY22" fmla="*/ 7074 h 556232"/>
                    <a:gd name="connsiteX23" fmla="*/ 495984 w 960765"/>
                    <a:gd name="connsiteY23" fmla="*/ 9405 h 556232"/>
                    <a:gd name="connsiteX24" fmla="*/ 498167 w 960765"/>
                    <a:gd name="connsiteY24" fmla="*/ 11597 h 556232"/>
                    <a:gd name="connsiteX25" fmla="*/ 500424 w 960765"/>
                    <a:gd name="connsiteY25" fmla="*/ 13572 h 556232"/>
                    <a:gd name="connsiteX26" fmla="*/ 502781 w 960765"/>
                    <a:gd name="connsiteY26" fmla="*/ 15344 h 556232"/>
                    <a:gd name="connsiteX27" fmla="*/ 505202 w 960765"/>
                    <a:gd name="connsiteY27" fmla="*/ 16891 h 556232"/>
                    <a:gd name="connsiteX28" fmla="*/ 943354 w 960765"/>
                    <a:gd name="connsiteY28" fmla="*/ 269870 h 556232"/>
                    <a:gd name="connsiteX29" fmla="*/ 945792 w 960765"/>
                    <a:gd name="connsiteY29" fmla="*/ 271104 h 556232"/>
                    <a:gd name="connsiteX30" fmla="*/ 948142 w 960765"/>
                    <a:gd name="connsiteY30" fmla="*/ 272072 h 556232"/>
                    <a:gd name="connsiteX31" fmla="*/ 950390 w 960765"/>
                    <a:gd name="connsiteY31" fmla="*/ 272687 h 556232"/>
                    <a:gd name="connsiteX32" fmla="*/ 952549 w 960765"/>
                    <a:gd name="connsiteY32" fmla="*/ 273019 h 556232"/>
                    <a:gd name="connsiteX33" fmla="*/ 954632 w 960765"/>
                    <a:gd name="connsiteY33" fmla="*/ 273059 h 556232"/>
                    <a:gd name="connsiteX34" fmla="*/ 956587 w 960765"/>
                    <a:gd name="connsiteY34" fmla="*/ 272816 h 556232"/>
                    <a:gd name="connsiteX35" fmla="*/ 958404 w 960765"/>
                    <a:gd name="connsiteY35" fmla="*/ 272314 h 556232"/>
                    <a:gd name="connsiteX36" fmla="*/ 960105 w 960765"/>
                    <a:gd name="connsiteY36" fmla="*/ 271476 h 55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32">
                      <a:moveTo>
                        <a:pt x="960105" y="271476"/>
                      </a:moveTo>
                      <a:lnTo>
                        <a:pt x="470951" y="553903"/>
                      </a:lnTo>
                      <a:lnTo>
                        <a:pt x="469275" y="554690"/>
                      </a:lnTo>
                      <a:lnTo>
                        <a:pt x="467434" y="555236"/>
                      </a:lnTo>
                      <a:lnTo>
                        <a:pt x="465485" y="555477"/>
                      </a:lnTo>
                      <a:lnTo>
                        <a:pt x="463440" y="555439"/>
                      </a:lnTo>
                      <a:lnTo>
                        <a:pt x="461248" y="555109"/>
                      </a:lnTo>
                      <a:lnTo>
                        <a:pt x="458985" y="554449"/>
                      </a:lnTo>
                      <a:lnTo>
                        <a:pt x="456624" y="553522"/>
                      </a:lnTo>
                      <a:lnTo>
                        <a:pt x="454238" y="552264"/>
                      </a:lnTo>
                      <a:lnTo>
                        <a:pt x="16058" y="299312"/>
                      </a:lnTo>
                      <a:lnTo>
                        <a:pt x="13631" y="297769"/>
                      </a:lnTo>
                      <a:lnTo>
                        <a:pt x="11301" y="295999"/>
                      </a:lnTo>
                      <a:lnTo>
                        <a:pt x="9014" y="294019"/>
                      </a:lnTo>
                      <a:lnTo>
                        <a:pt x="6865" y="291822"/>
                      </a:lnTo>
                      <a:lnTo>
                        <a:pt x="4777" y="289500"/>
                      </a:lnTo>
                      <a:lnTo>
                        <a:pt x="2823" y="287000"/>
                      </a:lnTo>
                      <a:lnTo>
                        <a:pt x="1011" y="284371"/>
                      </a:lnTo>
                      <a:lnTo>
                        <a:pt x="-660" y="281631"/>
                      </a:lnTo>
                      <a:lnTo>
                        <a:pt x="488493" y="-755"/>
                      </a:lnTo>
                      <a:lnTo>
                        <a:pt x="490165" y="1949"/>
                      </a:lnTo>
                      <a:lnTo>
                        <a:pt x="491981" y="4578"/>
                      </a:lnTo>
                      <a:lnTo>
                        <a:pt x="493925" y="7074"/>
                      </a:lnTo>
                      <a:lnTo>
                        <a:pt x="495984" y="9405"/>
                      </a:lnTo>
                      <a:lnTo>
                        <a:pt x="498167" y="11597"/>
                      </a:lnTo>
                      <a:lnTo>
                        <a:pt x="500424" y="13572"/>
                      </a:lnTo>
                      <a:lnTo>
                        <a:pt x="502781" y="15344"/>
                      </a:lnTo>
                      <a:lnTo>
                        <a:pt x="505202" y="16891"/>
                      </a:lnTo>
                      <a:lnTo>
                        <a:pt x="943354" y="269870"/>
                      </a:lnTo>
                      <a:lnTo>
                        <a:pt x="945792" y="271104"/>
                      </a:lnTo>
                      <a:lnTo>
                        <a:pt x="948142" y="272072"/>
                      </a:lnTo>
                      <a:lnTo>
                        <a:pt x="950390" y="272687"/>
                      </a:lnTo>
                      <a:lnTo>
                        <a:pt x="952549" y="273019"/>
                      </a:lnTo>
                      <a:lnTo>
                        <a:pt x="954632" y="273059"/>
                      </a:lnTo>
                      <a:lnTo>
                        <a:pt x="956587" y="272816"/>
                      </a:lnTo>
                      <a:lnTo>
                        <a:pt x="958404" y="272314"/>
                      </a:lnTo>
                      <a:lnTo>
                        <a:pt x="960105" y="271476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2" name="任意多边形: 形状 771"/>
                <p:cNvSpPr/>
                <p:nvPr>
                  <p:custDataLst>
                    <p:tags r:id="rId89"/>
                  </p:custDataLst>
                </p:nvPr>
              </p:nvSpPr>
              <p:spPr>
                <a:xfrm flipV="1">
                  <a:off x="5273303" y="1673799"/>
                  <a:ext cx="485529" cy="463773"/>
                </a:xfrm>
                <a:custGeom>
                  <a:avLst/>
                  <a:gdLst>
                    <a:gd name="connsiteX0" fmla="*/ 484703 w 485529"/>
                    <a:gd name="connsiteY0" fmla="*/ 446346 h 463773"/>
                    <a:gd name="connsiteX1" fmla="*/ 477756 w 485529"/>
                    <a:gd name="connsiteY1" fmla="*/ 461625 h 463773"/>
                    <a:gd name="connsiteX2" fmla="*/ 461005 w 485529"/>
                    <a:gd name="connsiteY2" fmla="*/ 460019 h 463773"/>
                    <a:gd name="connsiteX3" fmla="*/ 22852 w 485529"/>
                    <a:gd name="connsiteY3" fmla="*/ 207040 h 463773"/>
                    <a:gd name="connsiteX4" fmla="*/ 6144 w 485529"/>
                    <a:gd name="connsiteY4" fmla="*/ 189395 h 463773"/>
                    <a:gd name="connsiteX5" fmla="*/ 6104 w 485529"/>
                    <a:gd name="connsiteY5" fmla="*/ 189354 h 463773"/>
                    <a:gd name="connsiteX6" fmla="*/ -827 w 485529"/>
                    <a:gd name="connsiteY6" fmla="*/ 166053 h 463773"/>
                    <a:gd name="connsiteX7" fmla="*/ -827 w 485529"/>
                    <a:gd name="connsiteY7" fmla="*/ 16342 h 463773"/>
                    <a:gd name="connsiteX8" fmla="*/ 6144 w 485529"/>
                    <a:gd name="connsiteY8" fmla="*/ 1027 h 463773"/>
                    <a:gd name="connsiteX9" fmla="*/ 22852 w 485529"/>
                    <a:gd name="connsiteY9" fmla="*/ 2664 h 463773"/>
                    <a:gd name="connsiteX10" fmla="*/ 461005 w 485529"/>
                    <a:gd name="connsiteY10" fmla="*/ 255622 h 463773"/>
                    <a:gd name="connsiteX11" fmla="*/ 477756 w 485529"/>
                    <a:gd name="connsiteY11" fmla="*/ 273283 h 463773"/>
                    <a:gd name="connsiteX12" fmla="*/ 477756 w 485529"/>
                    <a:gd name="connsiteY12" fmla="*/ 273324 h 463773"/>
                    <a:gd name="connsiteX13" fmla="*/ 484703 w 485529"/>
                    <a:gd name="connsiteY13" fmla="*/ 296635 h 463773"/>
                    <a:gd name="connsiteX14" fmla="*/ 484703 w 485529"/>
                    <a:gd name="connsiteY14" fmla="*/ 446346 h 463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3">
                      <a:moveTo>
                        <a:pt x="484703" y="446346"/>
                      </a:moveTo>
                      <a:cubicBezTo>
                        <a:pt x="484703" y="453877"/>
                        <a:pt x="482036" y="459165"/>
                        <a:pt x="477756" y="461625"/>
                      </a:cubicBezTo>
                      <a:cubicBezTo>
                        <a:pt x="473451" y="464126"/>
                        <a:pt x="467533" y="463788"/>
                        <a:pt x="461005" y="460019"/>
                      </a:cubicBezTo>
                      <a:lnTo>
                        <a:pt x="22852" y="207040"/>
                      </a:lnTo>
                      <a:cubicBezTo>
                        <a:pt x="16289" y="203284"/>
                        <a:pt x="10386" y="196771"/>
                        <a:pt x="6144" y="189395"/>
                      </a:cubicBezTo>
                      <a:lnTo>
                        <a:pt x="6104" y="189354"/>
                      </a:lnTo>
                      <a:cubicBezTo>
                        <a:pt x="1828" y="181943"/>
                        <a:pt x="-827" y="173569"/>
                        <a:pt x="-827" y="166053"/>
                      </a:cubicBezTo>
                      <a:lnTo>
                        <a:pt x="-827" y="16342"/>
                      </a:lnTo>
                      <a:cubicBezTo>
                        <a:pt x="-827" y="8787"/>
                        <a:pt x="1828" y="3478"/>
                        <a:pt x="6144" y="1027"/>
                      </a:cubicBezTo>
                      <a:cubicBezTo>
                        <a:pt x="10425" y="-1438"/>
                        <a:pt x="16323" y="-1081"/>
                        <a:pt x="22852" y="2664"/>
                      </a:cubicBezTo>
                      <a:lnTo>
                        <a:pt x="461005" y="255622"/>
                      </a:lnTo>
                      <a:cubicBezTo>
                        <a:pt x="467533" y="259378"/>
                        <a:pt x="473451" y="265876"/>
                        <a:pt x="477756" y="273283"/>
                      </a:cubicBezTo>
                      <a:lnTo>
                        <a:pt x="477756" y="273324"/>
                      </a:lnTo>
                      <a:cubicBezTo>
                        <a:pt x="482036" y="280741"/>
                        <a:pt x="484703" y="289084"/>
                        <a:pt x="484703" y="296635"/>
                      </a:cubicBezTo>
                      <a:lnTo>
                        <a:pt x="484703" y="4463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3" name="任意多边形: 形状 772"/>
                <p:cNvSpPr/>
                <p:nvPr>
                  <p:custDataLst>
                    <p:tags r:id="rId90"/>
                  </p:custDataLst>
                </p:nvPr>
              </p:nvSpPr>
              <p:spPr>
                <a:xfrm flipV="1">
                  <a:off x="5690113" y="1757041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744 h 28301"/>
                    <a:gd name="connsiteX1" fmla="*/ 41291 w 48983"/>
                    <a:gd name="connsiteY1" fmla="*/ 27638 h 28301"/>
                    <a:gd name="connsiteX2" fmla="*/ -962 w 48983"/>
                    <a:gd name="connsiteY2" fmla="*/ 3230 h 28301"/>
                    <a:gd name="connsiteX3" fmla="*/ 5769 w 48983"/>
                    <a:gd name="connsiteY3" fmla="*/ -664 h 28301"/>
                    <a:gd name="connsiteX4" fmla="*/ 48022 w 48983"/>
                    <a:gd name="connsiteY4" fmla="*/ 237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744"/>
                      </a:moveTo>
                      <a:lnTo>
                        <a:pt x="41291" y="27638"/>
                      </a:lnTo>
                      <a:lnTo>
                        <a:pt x="-962" y="3230"/>
                      </a:lnTo>
                      <a:lnTo>
                        <a:pt x="5769" y="-664"/>
                      </a:lnTo>
                      <a:lnTo>
                        <a:pt x="48022" y="237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4" name="任意多边形: 形状 773"/>
                <p:cNvSpPr/>
                <p:nvPr>
                  <p:custDataLst>
                    <p:tags r:id="rId91"/>
                  </p:custDataLst>
                </p:nvPr>
              </p:nvSpPr>
              <p:spPr>
                <a:xfrm flipV="1">
                  <a:off x="5690113" y="1781449"/>
                  <a:ext cx="6731" cy="52720"/>
                </a:xfrm>
                <a:custGeom>
                  <a:avLst/>
                  <a:gdLst>
                    <a:gd name="connsiteX0" fmla="*/ 5783 w 6731"/>
                    <a:gd name="connsiteY0" fmla="*/ 48195 h 52720"/>
                    <a:gd name="connsiteX1" fmla="*/ -948 w 6731"/>
                    <a:gd name="connsiteY1" fmla="*/ 52089 h 52720"/>
                    <a:gd name="connsiteX2" fmla="*/ -948 w 6731"/>
                    <a:gd name="connsiteY2" fmla="*/ 3279 h 52720"/>
                    <a:gd name="connsiteX3" fmla="*/ 5783 w 6731"/>
                    <a:gd name="connsiteY3" fmla="*/ -631 h 52720"/>
                    <a:gd name="connsiteX4" fmla="*/ 5783 w 6731"/>
                    <a:gd name="connsiteY4" fmla="*/ 48195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783" y="48195"/>
                      </a:moveTo>
                      <a:lnTo>
                        <a:pt x="-948" y="52089"/>
                      </a:lnTo>
                      <a:lnTo>
                        <a:pt x="-948" y="3279"/>
                      </a:lnTo>
                      <a:lnTo>
                        <a:pt x="5783" y="-631"/>
                      </a:lnTo>
                      <a:lnTo>
                        <a:pt x="5783" y="48195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5" name="任意多边形: 形状 774"/>
                <p:cNvSpPr/>
                <p:nvPr>
                  <p:custDataLst>
                    <p:tags r:id="rId92"/>
                  </p:custDataLst>
                </p:nvPr>
              </p:nvSpPr>
              <p:spPr>
                <a:xfrm flipV="1">
                  <a:off x="5696844" y="1760935"/>
                  <a:ext cx="42252" cy="73234"/>
                </a:xfrm>
                <a:custGeom>
                  <a:avLst/>
                  <a:gdLst>
                    <a:gd name="connsiteX0" fmla="*/ -965 w 42252"/>
                    <a:gd name="connsiteY0" fmla="*/ -640 h 73234"/>
                    <a:gd name="connsiteX1" fmla="*/ 41288 w 42252"/>
                    <a:gd name="connsiteY1" fmla="*/ 23768 h 73234"/>
                    <a:gd name="connsiteX2" fmla="*/ 41288 w 42252"/>
                    <a:gd name="connsiteY2" fmla="*/ 72594 h 73234"/>
                    <a:gd name="connsiteX3" fmla="*/ -965 w 42252"/>
                    <a:gd name="connsiteY3" fmla="*/ 48186 h 73234"/>
                    <a:gd name="connsiteX4" fmla="*/ -965 w 42252"/>
                    <a:gd name="connsiteY4" fmla="*/ -640 h 73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4">
                      <a:moveTo>
                        <a:pt x="-965" y="-640"/>
                      </a:moveTo>
                      <a:lnTo>
                        <a:pt x="41288" y="23768"/>
                      </a:lnTo>
                      <a:lnTo>
                        <a:pt x="41288" y="72594"/>
                      </a:lnTo>
                      <a:lnTo>
                        <a:pt x="-965" y="48186"/>
                      </a:lnTo>
                      <a:lnTo>
                        <a:pt x="-965" y="-640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6" name="任意多边形: 形状 775"/>
                <p:cNvSpPr/>
                <p:nvPr>
                  <p:custDataLst>
                    <p:tags r:id="rId93"/>
                  </p:custDataLst>
                </p:nvPr>
              </p:nvSpPr>
              <p:spPr>
                <a:xfrm flipV="1">
                  <a:off x="5316206" y="1864631"/>
                  <a:ext cx="263721" cy="160710"/>
                </a:xfrm>
                <a:custGeom>
                  <a:avLst/>
                  <a:gdLst>
                    <a:gd name="connsiteX0" fmla="*/ 5133 w 263721"/>
                    <a:gd name="connsiteY0" fmla="*/ 319 h 160710"/>
                    <a:gd name="connsiteX1" fmla="*/ -780 w 263721"/>
                    <a:gd name="connsiteY1" fmla="*/ 3742 h 160710"/>
                    <a:gd name="connsiteX2" fmla="*/ 5133 w 263721"/>
                    <a:gd name="connsiteY2" fmla="*/ 13961 h 160710"/>
                    <a:gd name="connsiteX3" fmla="*/ 257025 w 263721"/>
                    <a:gd name="connsiteY3" fmla="*/ 159390 h 160710"/>
                    <a:gd name="connsiteX4" fmla="*/ 262942 w 263721"/>
                    <a:gd name="connsiteY4" fmla="*/ 155962 h 160710"/>
                    <a:gd name="connsiteX5" fmla="*/ 257025 w 263721"/>
                    <a:gd name="connsiteY5" fmla="*/ 145724 h 160710"/>
                    <a:gd name="connsiteX6" fmla="*/ 5133 w 263721"/>
                    <a:gd name="connsiteY6" fmla="*/ 319 h 160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10">
                      <a:moveTo>
                        <a:pt x="5133" y="319"/>
                      </a:moveTo>
                      <a:cubicBezTo>
                        <a:pt x="1843" y="-1606"/>
                        <a:pt x="-780" y="-53"/>
                        <a:pt x="-780" y="3742"/>
                      </a:cubicBezTo>
                      <a:cubicBezTo>
                        <a:pt x="-780" y="7497"/>
                        <a:pt x="1843" y="12070"/>
                        <a:pt x="5133" y="13961"/>
                      </a:cubicBezTo>
                      <a:lnTo>
                        <a:pt x="257025" y="159390"/>
                      </a:lnTo>
                      <a:cubicBezTo>
                        <a:pt x="260275" y="161276"/>
                        <a:pt x="262942" y="159772"/>
                        <a:pt x="262942" y="155962"/>
                      </a:cubicBezTo>
                      <a:cubicBezTo>
                        <a:pt x="262942" y="152207"/>
                        <a:pt x="260275" y="147634"/>
                        <a:pt x="257025" y="145724"/>
                      </a:cubicBezTo>
                      <a:lnTo>
                        <a:pt x="5133" y="319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7" name="任意多边形: 形状 776"/>
                <p:cNvSpPr/>
                <p:nvPr>
                  <p:custDataLst>
                    <p:tags r:id="rId94"/>
                  </p:custDataLst>
                </p:nvPr>
              </p:nvSpPr>
              <p:spPr>
                <a:xfrm flipV="1">
                  <a:off x="4784186" y="1665249"/>
                  <a:ext cx="496088" cy="470753"/>
                </a:xfrm>
                <a:custGeom>
                  <a:avLst/>
                  <a:gdLst>
                    <a:gd name="connsiteX0" fmla="*/ 495592 w 496088"/>
                    <a:gd name="connsiteY0" fmla="*/ 187819 h 470753"/>
                    <a:gd name="connsiteX1" fmla="*/ 6439 w 496088"/>
                    <a:gd name="connsiteY1" fmla="*/ 470205 h 470753"/>
                    <a:gd name="connsiteX2" fmla="*/ 6398 w 496088"/>
                    <a:gd name="connsiteY2" fmla="*/ 470186 h 470753"/>
                    <a:gd name="connsiteX3" fmla="*/ 4906 w 496088"/>
                    <a:gd name="connsiteY3" fmla="*/ 467373 h 470753"/>
                    <a:gd name="connsiteX4" fmla="*/ 3532 w 496088"/>
                    <a:gd name="connsiteY4" fmla="*/ 464466 h 470753"/>
                    <a:gd name="connsiteX5" fmla="*/ 2336 w 496088"/>
                    <a:gd name="connsiteY5" fmla="*/ 461518 h 470753"/>
                    <a:gd name="connsiteX6" fmla="*/ 1349 w 496088"/>
                    <a:gd name="connsiteY6" fmla="*/ 458592 h 470753"/>
                    <a:gd name="connsiteX7" fmla="*/ 565 w 496088"/>
                    <a:gd name="connsiteY7" fmla="*/ 455610 h 470753"/>
                    <a:gd name="connsiteX8" fmla="*/ -25 w 496088"/>
                    <a:gd name="connsiteY8" fmla="*/ 452633 h 470753"/>
                    <a:gd name="connsiteX9" fmla="*/ -403 w 496088"/>
                    <a:gd name="connsiteY9" fmla="*/ 449726 h 470753"/>
                    <a:gd name="connsiteX10" fmla="*/ -497 w 496088"/>
                    <a:gd name="connsiteY10" fmla="*/ 446855 h 470753"/>
                    <a:gd name="connsiteX11" fmla="*/ -497 w 496088"/>
                    <a:gd name="connsiteY11" fmla="*/ 297149 h 470753"/>
                    <a:gd name="connsiteX12" fmla="*/ -403 w 496088"/>
                    <a:gd name="connsiteY12" fmla="*/ 294455 h 470753"/>
                    <a:gd name="connsiteX13" fmla="*/ -25 w 496088"/>
                    <a:gd name="connsiteY13" fmla="*/ 291924 h 470753"/>
                    <a:gd name="connsiteX14" fmla="*/ 565 w 496088"/>
                    <a:gd name="connsiteY14" fmla="*/ 289667 h 470753"/>
                    <a:gd name="connsiteX15" fmla="*/ 1349 w 496088"/>
                    <a:gd name="connsiteY15" fmla="*/ 287624 h 470753"/>
                    <a:gd name="connsiteX16" fmla="*/ 2336 w 496088"/>
                    <a:gd name="connsiteY16" fmla="*/ 285797 h 470753"/>
                    <a:gd name="connsiteX17" fmla="*/ 3532 w 496088"/>
                    <a:gd name="connsiteY17" fmla="*/ 284235 h 470753"/>
                    <a:gd name="connsiteX18" fmla="*/ 4906 w 496088"/>
                    <a:gd name="connsiteY18" fmla="*/ 282895 h 470753"/>
                    <a:gd name="connsiteX19" fmla="*/ 6439 w 496088"/>
                    <a:gd name="connsiteY19" fmla="*/ 281829 h 470753"/>
                    <a:gd name="connsiteX20" fmla="*/ 495592 w 496088"/>
                    <a:gd name="connsiteY20" fmla="*/ -548 h 470753"/>
                    <a:gd name="connsiteX21" fmla="*/ 494054 w 496088"/>
                    <a:gd name="connsiteY21" fmla="*/ 504 h 470753"/>
                    <a:gd name="connsiteX22" fmla="*/ 492680 w 496088"/>
                    <a:gd name="connsiteY22" fmla="*/ 1814 h 470753"/>
                    <a:gd name="connsiteX23" fmla="*/ 491484 w 496088"/>
                    <a:gd name="connsiteY23" fmla="*/ 3386 h 470753"/>
                    <a:gd name="connsiteX24" fmla="*/ 490492 w 496088"/>
                    <a:gd name="connsiteY24" fmla="*/ 5202 h 470753"/>
                    <a:gd name="connsiteX25" fmla="*/ 489713 w 496088"/>
                    <a:gd name="connsiteY25" fmla="*/ 7246 h 470753"/>
                    <a:gd name="connsiteX26" fmla="*/ 489133 w 496088"/>
                    <a:gd name="connsiteY26" fmla="*/ 9548 h 470753"/>
                    <a:gd name="connsiteX27" fmla="*/ 488746 w 496088"/>
                    <a:gd name="connsiteY27" fmla="*/ 12023 h 470753"/>
                    <a:gd name="connsiteX28" fmla="*/ 488621 w 496088"/>
                    <a:gd name="connsiteY28" fmla="*/ 14767 h 470753"/>
                    <a:gd name="connsiteX29" fmla="*/ 488621 w 496088"/>
                    <a:gd name="connsiteY29" fmla="*/ 164442 h 470753"/>
                    <a:gd name="connsiteX30" fmla="*/ 488746 w 496088"/>
                    <a:gd name="connsiteY30" fmla="*/ 167305 h 470753"/>
                    <a:gd name="connsiteX31" fmla="*/ 489094 w 496088"/>
                    <a:gd name="connsiteY31" fmla="*/ 170248 h 470753"/>
                    <a:gd name="connsiteX32" fmla="*/ 489678 w 496088"/>
                    <a:gd name="connsiteY32" fmla="*/ 173194 h 470753"/>
                    <a:gd name="connsiteX33" fmla="*/ 490492 w 496088"/>
                    <a:gd name="connsiteY33" fmla="*/ 176176 h 470753"/>
                    <a:gd name="connsiteX34" fmla="*/ 491484 w 496088"/>
                    <a:gd name="connsiteY34" fmla="*/ 179138 h 470753"/>
                    <a:gd name="connsiteX35" fmla="*/ 492650 w 496088"/>
                    <a:gd name="connsiteY35" fmla="*/ 182074 h 470753"/>
                    <a:gd name="connsiteX36" fmla="*/ 494015 w 496088"/>
                    <a:gd name="connsiteY36" fmla="*/ 184957 h 470753"/>
                    <a:gd name="connsiteX37" fmla="*/ 495551 w 496088"/>
                    <a:gd name="connsiteY37" fmla="*/ 187779 h 470753"/>
                    <a:gd name="connsiteX38" fmla="*/ 495592 w 496088"/>
                    <a:gd name="connsiteY38" fmla="*/ 187819 h 470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3">
                      <a:moveTo>
                        <a:pt x="495592" y="187819"/>
                      </a:moveTo>
                      <a:lnTo>
                        <a:pt x="6439" y="470205"/>
                      </a:lnTo>
                      <a:lnTo>
                        <a:pt x="6398" y="470186"/>
                      </a:lnTo>
                      <a:lnTo>
                        <a:pt x="4906" y="467373"/>
                      </a:lnTo>
                      <a:lnTo>
                        <a:pt x="3532" y="464466"/>
                      </a:lnTo>
                      <a:lnTo>
                        <a:pt x="2336" y="461518"/>
                      </a:lnTo>
                      <a:lnTo>
                        <a:pt x="1349" y="458592"/>
                      </a:lnTo>
                      <a:lnTo>
                        <a:pt x="565" y="455610"/>
                      </a:lnTo>
                      <a:lnTo>
                        <a:pt x="-25" y="452633"/>
                      </a:lnTo>
                      <a:lnTo>
                        <a:pt x="-403" y="449726"/>
                      </a:lnTo>
                      <a:lnTo>
                        <a:pt x="-497" y="446855"/>
                      </a:lnTo>
                      <a:lnTo>
                        <a:pt x="-497" y="297149"/>
                      </a:lnTo>
                      <a:lnTo>
                        <a:pt x="-403" y="294455"/>
                      </a:lnTo>
                      <a:lnTo>
                        <a:pt x="-25" y="291924"/>
                      </a:lnTo>
                      <a:lnTo>
                        <a:pt x="565" y="289667"/>
                      </a:lnTo>
                      <a:lnTo>
                        <a:pt x="1349" y="287624"/>
                      </a:lnTo>
                      <a:lnTo>
                        <a:pt x="2336" y="285797"/>
                      </a:lnTo>
                      <a:lnTo>
                        <a:pt x="3532" y="284235"/>
                      </a:lnTo>
                      <a:lnTo>
                        <a:pt x="4906" y="282895"/>
                      </a:lnTo>
                      <a:lnTo>
                        <a:pt x="6439" y="281829"/>
                      </a:lnTo>
                      <a:lnTo>
                        <a:pt x="495592" y="-548"/>
                      </a:lnTo>
                      <a:lnTo>
                        <a:pt x="494054" y="504"/>
                      </a:lnTo>
                      <a:lnTo>
                        <a:pt x="492680" y="1814"/>
                      </a:lnTo>
                      <a:lnTo>
                        <a:pt x="491484" y="3386"/>
                      </a:lnTo>
                      <a:lnTo>
                        <a:pt x="490492" y="5202"/>
                      </a:lnTo>
                      <a:lnTo>
                        <a:pt x="489713" y="7246"/>
                      </a:lnTo>
                      <a:lnTo>
                        <a:pt x="489133" y="9548"/>
                      </a:lnTo>
                      <a:lnTo>
                        <a:pt x="488746" y="12023"/>
                      </a:lnTo>
                      <a:lnTo>
                        <a:pt x="488621" y="14767"/>
                      </a:lnTo>
                      <a:lnTo>
                        <a:pt x="488621" y="164442"/>
                      </a:lnTo>
                      <a:lnTo>
                        <a:pt x="488746" y="167305"/>
                      </a:lnTo>
                      <a:lnTo>
                        <a:pt x="489094" y="170248"/>
                      </a:lnTo>
                      <a:lnTo>
                        <a:pt x="489678" y="173194"/>
                      </a:lnTo>
                      <a:lnTo>
                        <a:pt x="490492" y="176176"/>
                      </a:lnTo>
                      <a:lnTo>
                        <a:pt x="491484" y="179138"/>
                      </a:lnTo>
                      <a:lnTo>
                        <a:pt x="492650" y="182074"/>
                      </a:lnTo>
                      <a:lnTo>
                        <a:pt x="494015" y="184957"/>
                      </a:lnTo>
                      <a:lnTo>
                        <a:pt x="495551" y="187779"/>
                      </a:lnTo>
                      <a:lnTo>
                        <a:pt x="495592" y="187819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8" name="任意多边形: 形状 777"/>
                <p:cNvSpPr/>
                <p:nvPr>
                  <p:custDataLst>
                    <p:tags r:id="rId95"/>
                  </p:custDataLst>
                </p:nvPr>
              </p:nvSpPr>
              <p:spPr>
                <a:xfrm flipV="1">
                  <a:off x="5562139" y="1864631"/>
                  <a:ext cx="17788" cy="14478"/>
                </a:xfrm>
                <a:custGeom>
                  <a:avLst/>
                  <a:gdLst>
                    <a:gd name="connsiteX0" fmla="*/ -864 w 17788"/>
                    <a:gd name="connsiteY0" fmla="*/ 6257 h 14478"/>
                    <a:gd name="connsiteX1" fmla="*/ 11008 w 17788"/>
                    <a:gd name="connsiteY1" fmla="*/ 13092 h 14478"/>
                    <a:gd name="connsiteX2" fmla="*/ 16925 w 17788"/>
                    <a:gd name="connsiteY2" fmla="*/ 9665 h 14478"/>
                    <a:gd name="connsiteX3" fmla="*/ 11008 w 17788"/>
                    <a:gd name="connsiteY3" fmla="*/ -574 h 14478"/>
                    <a:gd name="connsiteX4" fmla="*/ -864 w 17788"/>
                    <a:gd name="connsiteY4" fmla="*/ 6257 h 14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8">
                      <a:moveTo>
                        <a:pt x="-864" y="6257"/>
                      </a:moveTo>
                      <a:lnTo>
                        <a:pt x="11008" y="13092"/>
                      </a:lnTo>
                      <a:cubicBezTo>
                        <a:pt x="14258" y="14978"/>
                        <a:pt x="16925" y="13475"/>
                        <a:pt x="16925" y="9665"/>
                      </a:cubicBezTo>
                      <a:cubicBezTo>
                        <a:pt x="16925" y="5909"/>
                        <a:pt x="14258" y="1336"/>
                        <a:pt x="11008" y="-574"/>
                      </a:cubicBezTo>
                      <a:lnTo>
                        <a:pt x="-864" y="625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9" name="任意多边形: 形状 778"/>
                <p:cNvSpPr/>
                <p:nvPr>
                  <p:custDataLst>
                    <p:tags r:id="rId96"/>
                  </p:custDataLst>
                </p:nvPr>
              </p:nvSpPr>
              <p:spPr>
                <a:xfrm flipV="1">
                  <a:off x="5629153" y="1792249"/>
                  <a:ext cx="48983" cy="28271"/>
                </a:xfrm>
                <a:custGeom>
                  <a:avLst/>
                  <a:gdLst>
                    <a:gd name="connsiteX0" fmla="*/ 48063 w 48983"/>
                    <a:gd name="connsiteY0" fmla="*/ 23750 h 28271"/>
                    <a:gd name="connsiteX1" fmla="*/ 41332 w 48983"/>
                    <a:gd name="connsiteY1" fmla="*/ 27639 h 28271"/>
                    <a:gd name="connsiteX2" fmla="*/ -921 w 48983"/>
                    <a:gd name="connsiteY2" fmla="*/ 3232 h 28271"/>
                    <a:gd name="connsiteX3" fmla="*/ 5810 w 48983"/>
                    <a:gd name="connsiteY3" fmla="*/ -632 h 28271"/>
                    <a:gd name="connsiteX4" fmla="*/ 48063 w 48983"/>
                    <a:gd name="connsiteY4" fmla="*/ 23750 h 28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1">
                      <a:moveTo>
                        <a:pt x="48063" y="23750"/>
                      </a:moveTo>
                      <a:lnTo>
                        <a:pt x="41332" y="27639"/>
                      </a:lnTo>
                      <a:lnTo>
                        <a:pt x="-921" y="3232"/>
                      </a:lnTo>
                      <a:lnTo>
                        <a:pt x="5810" y="-632"/>
                      </a:lnTo>
                      <a:lnTo>
                        <a:pt x="48063" y="23750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0" name="任意多边形: 形状 779"/>
                <p:cNvSpPr/>
                <p:nvPr>
                  <p:custDataLst>
                    <p:tags r:id="rId97"/>
                  </p:custDataLst>
                </p:nvPr>
              </p:nvSpPr>
              <p:spPr>
                <a:xfrm flipV="1">
                  <a:off x="5629153" y="1816656"/>
                  <a:ext cx="6731" cy="52686"/>
                </a:xfrm>
                <a:custGeom>
                  <a:avLst/>
                  <a:gdLst>
                    <a:gd name="connsiteX0" fmla="*/ 5825 w 6731"/>
                    <a:gd name="connsiteY0" fmla="*/ 48222 h 52686"/>
                    <a:gd name="connsiteX1" fmla="*/ -906 w 6731"/>
                    <a:gd name="connsiteY1" fmla="*/ 52086 h 52686"/>
                    <a:gd name="connsiteX2" fmla="*/ -906 w 6731"/>
                    <a:gd name="connsiteY2" fmla="*/ 3260 h 52686"/>
                    <a:gd name="connsiteX3" fmla="*/ 5825 w 6731"/>
                    <a:gd name="connsiteY3" fmla="*/ -600 h 52686"/>
                    <a:gd name="connsiteX4" fmla="*/ 5825 w 6731"/>
                    <a:gd name="connsiteY4" fmla="*/ 48222 h 52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686">
                      <a:moveTo>
                        <a:pt x="5825" y="48222"/>
                      </a:moveTo>
                      <a:lnTo>
                        <a:pt x="-906" y="52086"/>
                      </a:lnTo>
                      <a:lnTo>
                        <a:pt x="-906" y="3260"/>
                      </a:lnTo>
                      <a:lnTo>
                        <a:pt x="5825" y="-600"/>
                      </a:lnTo>
                      <a:lnTo>
                        <a:pt x="5825" y="48222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1" name="任意多边形: 形状 780"/>
                <p:cNvSpPr/>
                <p:nvPr>
                  <p:custDataLst>
                    <p:tags r:id="rId98"/>
                  </p:custDataLst>
                </p:nvPr>
              </p:nvSpPr>
              <p:spPr>
                <a:xfrm flipV="1">
                  <a:off x="5635884" y="1796138"/>
                  <a:ext cx="42252" cy="73204"/>
                </a:xfrm>
                <a:custGeom>
                  <a:avLst/>
                  <a:gdLst>
                    <a:gd name="connsiteX0" fmla="*/ -923 w 42252"/>
                    <a:gd name="connsiteY0" fmla="*/ -609 h 73204"/>
                    <a:gd name="connsiteX1" fmla="*/ 41330 w 42252"/>
                    <a:gd name="connsiteY1" fmla="*/ 23774 h 73204"/>
                    <a:gd name="connsiteX2" fmla="*/ 41330 w 42252"/>
                    <a:gd name="connsiteY2" fmla="*/ 72595 h 73204"/>
                    <a:gd name="connsiteX3" fmla="*/ -923 w 42252"/>
                    <a:gd name="connsiteY3" fmla="*/ 48212 h 73204"/>
                    <a:gd name="connsiteX4" fmla="*/ -923 w 42252"/>
                    <a:gd name="connsiteY4" fmla="*/ -609 h 73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4">
                      <a:moveTo>
                        <a:pt x="-923" y="-609"/>
                      </a:moveTo>
                      <a:lnTo>
                        <a:pt x="41330" y="23774"/>
                      </a:lnTo>
                      <a:lnTo>
                        <a:pt x="41330" y="72595"/>
                      </a:lnTo>
                      <a:lnTo>
                        <a:pt x="-923" y="48212"/>
                      </a:lnTo>
                      <a:lnTo>
                        <a:pt x="-923" y="-609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2" name="任意多边形: 形状 781"/>
                <p:cNvSpPr/>
                <p:nvPr>
                  <p:custDataLst>
                    <p:tags r:id="rId99"/>
                  </p:custDataLst>
                </p:nvPr>
              </p:nvSpPr>
              <p:spPr>
                <a:xfrm flipV="1">
                  <a:off x="4791121" y="1161495"/>
                  <a:ext cx="960765" cy="556225"/>
                </a:xfrm>
                <a:custGeom>
                  <a:avLst/>
                  <a:gdLst>
                    <a:gd name="connsiteX0" fmla="*/ 960105 w 960765"/>
                    <a:gd name="connsiteY0" fmla="*/ 271307 h 556225"/>
                    <a:gd name="connsiteX1" fmla="*/ 470951 w 960765"/>
                    <a:gd name="connsiteY1" fmla="*/ 553679 h 556225"/>
                    <a:gd name="connsiteX2" fmla="*/ 469275 w 960765"/>
                    <a:gd name="connsiteY2" fmla="*/ 554491 h 556225"/>
                    <a:gd name="connsiteX3" fmla="*/ 467434 w 960765"/>
                    <a:gd name="connsiteY3" fmla="*/ 555025 h 556225"/>
                    <a:gd name="connsiteX4" fmla="*/ 465485 w 960765"/>
                    <a:gd name="connsiteY4" fmla="*/ 555266 h 556225"/>
                    <a:gd name="connsiteX5" fmla="*/ 463440 w 960765"/>
                    <a:gd name="connsiteY5" fmla="*/ 555228 h 556225"/>
                    <a:gd name="connsiteX6" fmla="*/ 461248 w 960765"/>
                    <a:gd name="connsiteY6" fmla="*/ 554898 h 556225"/>
                    <a:gd name="connsiteX7" fmla="*/ 458985 w 960765"/>
                    <a:gd name="connsiteY7" fmla="*/ 554275 h 556225"/>
                    <a:gd name="connsiteX8" fmla="*/ 456624 w 960765"/>
                    <a:gd name="connsiteY8" fmla="*/ 553310 h 556225"/>
                    <a:gd name="connsiteX9" fmla="*/ 454238 w 960765"/>
                    <a:gd name="connsiteY9" fmla="*/ 552091 h 556225"/>
                    <a:gd name="connsiteX10" fmla="*/ 16058 w 960765"/>
                    <a:gd name="connsiteY10" fmla="*/ 299107 h 556225"/>
                    <a:gd name="connsiteX11" fmla="*/ 13631 w 960765"/>
                    <a:gd name="connsiteY11" fmla="*/ 297558 h 556225"/>
                    <a:gd name="connsiteX12" fmla="*/ 11301 w 960765"/>
                    <a:gd name="connsiteY12" fmla="*/ 295780 h 556225"/>
                    <a:gd name="connsiteX13" fmla="*/ 9014 w 960765"/>
                    <a:gd name="connsiteY13" fmla="*/ 293798 h 556225"/>
                    <a:gd name="connsiteX14" fmla="*/ 6865 w 960765"/>
                    <a:gd name="connsiteY14" fmla="*/ 291614 h 556225"/>
                    <a:gd name="connsiteX15" fmla="*/ 4777 w 960765"/>
                    <a:gd name="connsiteY15" fmla="*/ 289290 h 556225"/>
                    <a:gd name="connsiteX16" fmla="*/ 2823 w 960765"/>
                    <a:gd name="connsiteY16" fmla="*/ 286788 h 556225"/>
                    <a:gd name="connsiteX17" fmla="*/ 1011 w 960765"/>
                    <a:gd name="connsiteY17" fmla="*/ 284159 h 556225"/>
                    <a:gd name="connsiteX18" fmla="*/ -660 w 960765"/>
                    <a:gd name="connsiteY18" fmla="*/ 281416 h 556225"/>
                    <a:gd name="connsiteX19" fmla="*/ 488493 w 960765"/>
                    <a:gd name="connsiteY19" fmla="*/ -960 h 556225"/>
                    <a:gd name="connsiteX20" fmla="*/ 490165 w 960765"/>
                    <a:gd name="connsiteY20" fmla="*/ 1773 h 556225"/>
                    <a:gd name="connsiteX21" fmla="*/ 491981 w 960765"/>
                    <a:gd name="connsiteY21" fmla="*/ 4368 h 556225"/>
                    <a:gd name="connsiteX22" fmla="*/ 493925 w 960765"/>
                    <a:gd name="connsiteY22" fmla="*/ 6869 h 556225"/>
                    <a:gd name="connsiteX23" fmla="*/ 495984 w 960765"/>
                    <a:gd name="connsiteY23" fmla="*/ 9230 h 556225"/>
                    <a:gd name="connsiteX24" fmla="*/ 498167 w 960765"/>
                    <a:gd name="connsiteY24" fmla="*/ 11413 h 556225"/>
                    <a:gd name="connsiteX25" fmla="*/ 500424 w 960765"/>
                    <a:gd name="connsiteY25" fmla="*/ 13401 h 556225"/>
                    <a:gd name="connsiteX26" fmla="*/ 502781 w 960765"/>
                    <a:gd name="connsiteY26" fmla="*/ 15139 h 556225"/>
                    <a:gd name="connsiteX27" fmla="*/ 505202 w 960765"/>
                    <a:gd name="connsiteY27" fmla="*/ 16682 h 556225"/>
                    <a:gd name="connsiteX28" fmla="*/ 943354 w 960765"/>
                    <a:gd name="connsiteY28" fmla="*/ 269656 h 556225"/>
                    <a:gd name="connsiteX29" fmla="*/ 945792 w 960765"/>
                    <a:gd name="connsiteY29" fmla="*/ 270926 h 556225"/>
                    <a:gd name="connsiteX30" fmla="*/ 948142 w 960765"/>
                    <a:gd name="connsiteY30" fmla="*/ 271853 h 556225"/>
                    <a:gd name="connsiteX31" fmla="*/ 950390 w 960765"/>
                    <a:gd name="connsiteY31" fmla="*/ 272513 h 556225"/>
                    <a:gd name="connsiteX32" fmla="*/ 952549 w 960765"/>
                    <a:gd name="connsiteY32" fmla="*/ 272805 h 556225"/>
                    <a:gd name="connsiteX33" fmla="*/ 954632 w 960765"/>
                    <a:gd name="connsiteY33" fmla="*/ 272843 h 556225"/>
                    <a:gd name="connsiteX34" fmla="*/ 956587 w 960765"/>
                    <a:gd name="connsiteY34" fmla="*/ 272602 h 556225"/>
                    <a:gd name="connsiteX35" fmla="*/ 958404 w 960765"/>
                    <a:gd name="connsiteY35" fmla="*/ 272094 h 556225"/>
                    <a:gd name="connsiteX36" fmla="*/ 960105 w 960765"/>
                    <a:gd name="connsiteY36" fmla="*/ 271307 h 556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5">
                      <a:moveTo>
                        <a:pt x="960105" y="271307"/>
                      </a:moveTo>
                      <a:lnTo>
                        <a:pt x="470951" y="553679"/>
                      </a:lnTo>
                      <a:lnTo>
                        <a:pt x="469275" y="554491"/>
                      </a:lnTo>
                      <a:lnTo>
                        <a:pt x="467434" y="555025"/>
                      </a:lnTo>
                      <a:lnTo>
                        <a:pt x="465485" y="555266"/>
                      </a:lnTo>
                      <a:lnTo>
                        <a:pt x="463440" y="555228"/>
                      </a:lnTo>
                      <a:lnTo>
                        <a:pt x="461248" y="554898"/>
                      </a:lnTo>
                      <a:lnTo>
                        <a:pt x="458985" y="554275"/>
                      </a:lnTo>
                      <a:lnTo>
                        <a:pt x="456624" y="553310"/>
                      </a:lnTo>
                      <a:lnTo>
                        <a:pt x="454238" y="552091"/>
                      </a:lnTo>
                      <a:lnTo>
                        <a:pt x="16058" y="299107"/>
                      </a:lnTo>
                      <a:lnTo>
                        <a:pt x="13631" y="297558"/>
                      </a:lnTo>
                      <a:lnTo>
                        <a:pt x="11301" y="295780"/>
                      </a:lnTo>
                      <a:lnTo>
                        <a:pt x="9014" y="293798"/>
                      </a:lnTo>
                      <a:lnTo>
                        <a:pt x="6865" y="291614"/>
                      </a:lnTo>
                      <a:lnTo>
                        <a:pt x="4777" y="289290"/>
                      </a:lnTo>
                      <a:lnTo>
                        <a:pt x="2823" y="286788"/>
                      </a:lnTo>
                      <a:lnTo>
                        <a:pt x="1011" y="284159"/>
                      </a:lnTo>
                      <a:lnTo>
                        <a:pt x="-660" y="281416"/>
                      </a:lnTo>
                      <a:lnTo>
                        <a:pt x="488493" y="-960"/>
                      </a:lnTo>
                      <a:lnTo>
                        <a:pt x="490165" y="1773"/>
                      </a:lnTo>
                      <a:lnTo>
                        <a:pt x="491981" y="4368"/>
                      </a:lnTo>
                      <a:lnTo>
                        <a:pt x="493925" y="6869"/>
                      </a:lnTo>
                      <a:lnTo>
                        <a:pt x="495984" y="9230"/>
                      </a:lnTo>
                      <a:lnTo>
                        <a:pt x="498167" y="11413"/>
                      </a:lnTo>
                      <a:lnTo>
                        <a:pt x="500424" y="13401"/>
                      </a:lnTo>
                      <a:lnTo>
                        <a:pt x="502781" y="15139"/>
                      </a:lnTo>
                      <a:lnTo>
                        <a:pt x="505202" y="16682"/>
                      </a:lnTo>
                      <a:lnTo>
                        <a:pt x="943354" y="269656"/>
                      </a:lnTo>
                      <a:lnTo>
                        <a:pt x="945792" y="270926"/>
                      </a:lnTo>
                      <a:lnTo>
                        <a:pt x="948142" y="271853"/>
                      </a:lnTo>
                      <a:lnTo>
                        <a:pt x="950390" y="272513"/>
                      </a:lnTo>
                      <a:lnTo>
                        <a:pt x="952549" y="272805"/>
                      </a:lnTo>
                      <a:lnTo>
                        <a:pt x="954632" y="272843"/>
                      </a:lnTo>
                      <a:lnTo>
                        <a:pt x="956587" y="272602"/>
                      </a:lnTo>
                      <a:lnTo>
                        <a:pt x="958404" y="272094"/>
                      </a:lnTo>
                      <a:lnTo>
                        <a:pt x="960105" y="271307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3" name="任意多边形: 形状 782"/>
                <p:cNvSpPr/>
                <p:nvPr>
                  <p:custDataLst>
                    <p:tags r:id="rId100"/>
                  </p:custDataLst>
                </p:nvPr>
              </p:nvSpPr>
              <p:spPr>
                <a:xfrm flipV="1">
                  <a:off x="5273303" y="1443886"/>
                  <a:ext cx="485529" cy="463778"/>
                </a:xfrm>
                <a:custGeom>
                  <a:avLst/>
                  <a:gdLst>
                    <a:gd name="connsiteX0" fmla="*/ 484703 w 485529"/>
                    <a:gd name="connsiteY0" fmla="*/ 446146 h 463778"/>
                    <a:gd name="connsiteX1" fmla="*/ 477756 w 485529"/>
                    <a:gd name="connsiteY1" fmla="*/ 461462 h 463778"/>
                    <a:gd name="connsiteX2" fmla="*/ 461005 w 485529"/>
                    <a:gd name="connsiteY2" fmla="*/ 459811 h 463778"/>
                    <a:gd name="connsiteX3" fmla="*/ 22852 w 485529"/>
                    <a:gd name="connsiteY3" fmla="*/ 206837 h 463778"/>
                    <a:gd name="connsiteX4" fmla="*/ 6144 w 485529"/>
                    <a:gd name="connsiteY4" fmla="*/ 189196 h 463778"/>
                    <a:gd name="connsiteX5" fmla="*/ 6104 w 485529"/>
                    <a:gd name="connsiteY5" fmla="*/ 189162 h 463778"/>
                    <a:gd name="connsiteX6" fmla="*/ -827 w 485529"/>
                    <a:gd name="connsiteY6" fmla="*/ 165839 h 463778"/>
                    <a:gd name="connsiteX7" fmla="*/ -827 w 485529"/>
                    <a:gd name="connsiteY7" fmla="*/ 16133 h 463778"/>
                    <a:gd name="connsiteX8" fmla="*/ 6144 w 485529"/>
                    <a:gd name="connsiteY8" fmla="*/ 819 h 463778"/>
                    <a:gd name="connsiteX9" fmla="*/ 22852 w 485529"/>
                    <a:gd name="connsiteY9" fmla="*/ 2466 h 463778"/>
                    <a:gd name="connsiteX10" fmla="*/ 461005 w 485529"/>
                    <a:gd name="connsiteY10" fmla="*/ 255454 h 463778"/>
                    <a:gd name="connsiteX11" fmla="*/ 477756 w 485529"/>
                    <a:gd name="connsiteY11" fmla="*/ 273086 h 463778"/>
                    <a:gd name="connsiteX12" fmla="*/ 477756 w 485529"/>
                    <a:gd name="connsiteY12" fmla="*/ 273125 h 463778"/>
                    <a:gd name="connsiteX13" fmla="*/ 484703 w 485529"/>
                    <a:gd name="connsiteY13" fmla="*/ 296431 h 463778"/>
                    <a:gd name="connsiteX14" fmla="*/ 484703 w 485529"/>
                    <a:gd name="connsiteY14" fmla="*/ 446146 h 463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8">
                      <a:moveTo>
                        <a:pt x="484703" y="446146"/>
                      </a:moveTo>
                      <a:cubicBezTo>
                        <a:pt x="484703" y="453664"/>
                        <a:pt x="482036" y="458960"/>
                        <a:pt x="477756" y="461462"/>
                      </a:cubicBezTo>
                      <a:cubicBezTo>
                        <a:pt x="473451" y="463913"/>
                        <a:pt x="467533" y="463583"/>
                        <a:pt x="461005" y="459811"/>
                      </a:cubicBezTo>
                      <a:lnTo>
                        <a:pt x="22852" y="206837"/>
                      </a:lnTo>
                      <a:cubicBezTo>
                        <a:pt x="16289" y="203077"/>
                        <a:pt x="10386" y="196572"/>
                        <a:pt x="6144" y="189196"/>
                      </a:cubicBezTo>
                      <a:lnTo>
                        <a:pt x="6104" y="189162"/>
                      </a:lnTo>
                      <a:cubicBezTo>
                        <a:pt x="1828" y="181745"/>
                        <a:pt x="-827" y="173370"/>
                        <a:pt x="-827" y="165839"/>
                      </a:cubicBezTo>
                      <a:lnTo>
                        <a:pt x="-827" y="16133"/>
                      </a:lnTo>
                      <a:cubicBezTo>
                        <a:pt x="-827" y="8593"/>
                        <a:pt x="1828" y="3320"/>
                        <a:pt x="6144" y="819"/>
                      </a:cubicBezTo>
                      <a:cubicBezTo>
                        <a:pt x="10425" y="-1642"/>
                        <a:pt x="16323" y="-1289"/>
                        <a:pt x="22852" y="2466"/>
                      </a:cubicBezTo>
                      <a:lnTo>
                        <a:pt x="461005" y="255454"/>
                      </a:lnTo>
                      <a:cubicBezTo>
                        <a:pt x="467533" y="259215"/>
                        <a:pt x="473451" y="265669"/>
                        <a:pt x="477756" y="273086"/>
                      </a:cubicBezTo>
                      <a:lnTo>
                        <a:pt x="477756" y="273125"/>
                      </a:lnTo>
                      <a:cubicBezTo>
                        <a:pt x="482036" y="280542"/>
                        <a:pt x="484703" y="288920"/>
                        <a:pt x="484703" y="296431"/>
                      </a:cubicBezTo>
                      <a:lnTo>
                        <a:pt x="484703" y="4461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4" name="任意多边形: 形状 783"/>
                <p:cNvSpPr/>
                <p:nvPr>
                  <p:custDataLst>
                    <p:tags r:id="rId101"/>
                  </p:custDataLst>
                </p:nvPr>
              </p:nvSpPr>
              <p:spPr>
                <a:xfrm flipV="1">
                  <a:off x="5690113" y="1527137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544 h 28301"/>
                    <a:gd name="connsiteX1" fmla="*/ 41291 w 48983"/>
                    <a:gd name="connsiteY1" fmla="*/ 27433 h 28301"/>
                    <a:gd name="connsiteX2" fmla="*/ -962 w 48983"/>
                    <a:gd name="connsiteY2" fmla="*/ 3026 h 28301"/>
                    <a:gd name="connsiteX3" fmla="*/ 5769 w 48983"/>
                    <a:gd name="connsiteY3" fmla="*/ -869 h 28301"/>
                    <a:gd name="connsiteX4" fmla="*/ 48022 w 48983"/>
                    <a:gd name="connsiteY4" fmla="*/ 235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544"/>
                      </a:moveTo>
                      <a:lnTo>
                        <a:pt x="41291" y="27433"/>
                      </a:lnTo>
                      <a:lnTo>
                        <a:pt x="-962" y="3026"/>
                      </a:lnTo>
                      <a:lnTo>
                        <a:pt x="5769" y="-869"/>
                      </a:lnTo>
                      <a:lnTo>
                        <a:pt x="48022" y="235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5" name="任意多边形: 形状 784"/>
                <p:cNvSpPr/>
                <p:nvPr>
                  <p:custDataLst>
                    <p:tags r:id="rId102"/>
                  </p:custDataLst>
                </p:nvPr>
              </p:nvSpPr>
              <p:spPr>
                <a:xfrm flipV="1">
                  <a:off x="5690113" y="1551543"/>
                  <a:ext cx="6731" cy="52715"/>
                </a:xfrm>
                <a:custGeom>
                  <a:avLst/>
                  <a:gdLst>
                    <a:gd name="connsiteX0" fmla="*/ 5783 w 6731"/>
                    <a:gd name="connsiteY0" fmla="*/ 47984 h 52715"/>
                    <a:gd name="connsiteX1" fmla="*/ -948 w 6731"/>
                    <a:gd name="connsiteY1" fmla="*/ 51879 h 52715"/>
                    <a:gd name="connsiteX2" fmla="*/ -948 w 6731"/>
                    <a:gd name="connsiteY2" fmla="*/ 3073 h 52715"/>
                    <a:gd name="connsiteX3" fmla="*/ 5783 w 6731"/>
                    <a:gd name="connsiteY3" fmla="*/ -836 h 52715"/>
                    <a:gd name="connsiteX4" fmla="*/ 5783 w 6731"/>
                    <a:gd name="connsiteY4" fmla="*/ 47984 h 52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5">
                      <a:moveTo>
                        <a:pt x="5783" y="47984"/>
                      </a:moveTo>
                      <a:lnTo>
                        <a:pt x="-948" y="51879"/>
                      </a:lnTo>
                      <a:lnTo>
                        <a:pt x="-948" y="3073"/>
                      </a:lnTo>
                      <a:lnTo>
                        <a:pt x="5783" y="-836"/>
                      </a:lnTo>
                      <a:lnTo>
                        <a:pt x="5783" y="47984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6" name="任意多边形: 形状 785"/>
                <p:cNvSpPr/>
                <p:nvPr>
                  <p:custDataLst>
                    <p:tags r:id="rId103"/>
                  </p:custDataLst>
                </p:nvPr>
              </p:nvSpPr>
              <p:spPr>
                <a:xfrm flipV="1">
                  <a:off x="5696844" y="1531025"/>
                  <a:ext cx="42252" cy="73233"/>
                </a:xfrm>
                <a:custGeom>
                  <a:avLst/>
                  <a:gdLst>
                    <a:gd name="connsiteX0" fmla="*/ -965 w 42252"/>
                    <a:gd name="connsiteY0" fmla="*/ -845 h 73233"/>
                    <a:gd name="connsiteX1" fmla="*/ 41288 w 42252"/>
                    <a:gd name="connsiteY1" fmla="*/ 23561 h 73233"/>
                    <a:gd name="connsiteX2" fmla="*/ 41288 w 42252"/>
                    <a:gd name="connsiteY2" fmla="*/ 72388 h 73233"/>
                    <a:gd name="connsiteX3" fmla="*/ -965 w 42252"/>
                    <a:gd name="connsiteY3" fmla="*/ 47975 h 73233"/>
                    <a:gd name="connsiteX4" fmla="*/ -965 w 42252"/>
                    <a:gd name="connsiteY4" fmla="*/ -845 h 73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3">
                      <a:moveTo>
                        <a:pt x="-965" y="-845"/>
                      </a:moveTo>
                      <a:lnTo>
                        <a:pt x="41288" y="23561"/>
                      </a:lnTo>
                      <a:lnTo>
                        <a:pt x="41288" y="72388"/>
                      </a:lnTo>
                      <a:lnTo>
                        <a:pt x="-965" y="47975"/>
                      </a:lnTo>
                      <a:lnTo>
                        <a:pt x="-965" y="-84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7" name="任意多边形: 形状 786"/>
                <p:cNvSpPr/>
                <p:nvPr>
                  <p:custDataLst>
                    <p:tags r:id="rId104"/>
                  </p:custDataLst>
                </p:nvPr>
              </p:nvSpPr>
              <p:spPr>
                <a:xfrm flipV="1">
                  <a:off x="5316206" y="1634698"/>
                  <a:ext cx="263721" cy="160720"/>
                </a:xfrm>
                <a:custGeom>
                  <a:avLst/>
                  <a:gdLst>
                    <a:gd name="connsiteX0" fmla="*/ 5133 w 263721"/>
                    <a:gd name="connsiteY0" fmla="*/ 94 h 160720"/>
                    <a:gd name="connsiteX1" fmla="*/ -780 w 263721"/>
                    <a:gd name="connsiteY1" fmla="*/ 3517 h 160720"/>
                    <a:gd name="connsiteX2" fmla="*/ 5133 w 263721"/>
                    <a:gd name="connsiteY2" fmla="*/ 13767 h 160720"/>
                    <a:gd name="connsiteX3" fmla="*/ 257025 w 263721"/>
                    <a:gd name="connsiteY3" fmla="*/ 159211 h 160720"/>
                    <a:gd name="connsiteX4" fmla="*/ 262942 w 263721"/>
                    <a:gd name="connsiteY4" fmla="*/ 155783 h 160720"/>
                    <a:gd name="connsiteX5" fmla="*/ 257025 w 263721"/>
                    <a:gd name="connsiteY5" fmla="*/ 145530 h 160720"/>
                    <a:gd name="connsiteX6" fmla="*/ 5133 w 263721"/>
                    <a:gd name="connsiteY6" fmla="*/ 94 h 160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20">
                      <a:moveTo>
                        <a:pt x="5133" y="94"/>
                      </a:moveTo>
                      <a:cubicBezTo>
                        <a:pt x="1843" y="-1787"/>
                        <a:pt x="-780" y="-278"/>
                        <a:pt x="-780" y="3517"/>
                      </a:cubicBezTo>
                      <a:cubicBezTo>
                        <a:pt x="-780" y="7267"/>
                        <a:pt x="1843" y="11852"/>
                        <a:pt x="5133" y="13767"/>
                      </a:cubicBezTo>
                      <a:lnTo>
                        <a:pt x="257025" y="159211"/>
                      </a:lnTo>
                      <a:cubicBezTo>
                        <a:pt x="260275" y="161077"/>
                        <a:pt x="262942" y="159549"/>
                        <a:pt x="262942" y="155783"/>
                      </a:cubicBezTo>
                      <a:cubicBezTo>
                        <a:pt x="262942" y="151987"/>
                        <a:pt x="260275" y="147419"/>
                        <a:pt x="257025" y="145530"/>
                      </a:cubicBezTo>
                      <a:lnTo>
                        <a:pt x="5133" y="94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8" name="任意多边形: 形状 787"/>
                <p:cNvSpPr/>
                <p:nvPr>
                  <p:custDataLst>
                    <p:tags r:id="rId105"/>
                  </p:custDataLst>
                </p:nvPr>
              </p:nvSpPr>
              <p:spPr>
                <a:xfrm flipV="1">
                  <a:off x="4784186" y="1435345"/>
                  <a:ext cx="496088" cy="470752"/>
                </a:xfrm>
                <a:custGeom>
                  <a:avLst/>
                  <a:gdLst>
                    <a:gd name="connsiteX0" fmla="*/ 495592 w 496088"/>
                    <a:gd name="connsiteY0" fmla="*/ 187623 h 470752"/>
                    <a:gd name="connsiteX1" fmla="*/ 6439 w 496088"/>
                    <a:gd name="connsiteY1" fmla="*/ 469999 h 470752"/>
                    <a:gd name="connsiteX2" fmla="*/ 6398 w 496088"/>
                    <a:gd name="connsiteY2" fmla="*/ 469986 h 470752"/>
                    <a:gd name="connsiteX3" fmla="*/ 4906 w 496088"/>
                    <a:gd name="connsiteY3" fmla="*/ 467167 h 470752"/>
                    <a:gd name="connsiteX4" fmla="*/ 3532 w 496088"/>
                    <a:gd name="connsiteY4" fmla="*/ 464296 h 470752"/>
                    <a:gd name="connsiteX5" fmla="*/ 2336 w 496088"/>
                    <a:gd name="connsiteY5" fmla="*/ 461363 h 470752"/>
                    <a:gd name="connsiteX6" fmla="*/ 1349 w 496088"/>
                    <a:gd name="connsiteY6" fmla="*/ 458391 h 470752"/>
                    <a:gd name="connsiteX7" fmla="*/ 565 w 496088"/>
                    <a:gd name="connsiteY7" fmla="*/ 455406 h 470752"/>
                    <a:gd name="connsiteX8" fmla="*/ -25 w 496088"/>
                    <a:gd name="connsiteY8" fmla="*/ 452473 h 470752"/>
                    <a:gd name="connsiteX9" fmla="*/ -403 w 496088"/>
                    <a:gd name="connsiteY9" fmla="*/ 449526 h 470752"/>
                    <a:gd name="connsiteX10" fmla="*/ -497 w 496088"/>
                    <a:gd name="connsiteY10" fmla="*/ 446656 h 470752"/>
                    <a:gd name="connsiteX11" fmla="*/ -497 w 496088"/>
                    <a:gd name="connsiteY11" fmla="*/ 296952 h 470752"/>
                    <a:gd name="connsiteX12" fmla="*/ -403 w 496088"/>
                    <a:gd name="connsiteY12" fmla="*/ 294249 h 470752"/>
                    <a:gd name="connsiteX13" fmla="*/ -25 w 496088"/>
                    <a:gd name="connsiteY13" fmla="*/ 291758 h 470752"/>
                    <a:gd name="connsiteX14" fmla="*/ 565 w 496088"/>
                    <a:gd name="connsiteY14" fmla="*/ 289471 h 470752"/>
                    <a:gd name="connsiteX15" fmla="*/ 1349 w 496088"/>
                    <a:gd name="connsiteY15" fmla="*/ 287417 h 470752"/>
                    <a:gd name="connsiteX16" fmla="*/ 2336 w 496088"/>
                    <a:gd name="connsiteY16" fmla="*/ 285601 h 470752"/>
                    <a:gd name="connsiteX17" fmla="*/ 3532 w 496088"/>
                    <a:gd name="connsiteY17" fmla="*/ 284034 h 470752"/>
                    <a:gd name="connsiteX18" fmla="*/ 4906 w 496088"/>
                    <a:gd name="connsiteY18" fmla="*/ 282730 h 470752"/>
                    <a:gd name="connsiteX19" fmla="*/ 6439 w 496088"/>
                    <a:gd name="connsiteY19" fmla="*/ 281673 h 470752"/>
                    <a:gd name="connsiteX20" fmla="*/ 495592 w 496088"/>
                    <a:gd name="connsiteY20" fmla="*/ -753 h 470752"/>
                    <a:gd name="connsiteX21" fmla="*/ 494054 w 496088"/>
                    <a:gd name="connsiteY21" fmla="*/ 313 h 470752"/>
                    <a:gd name="connsiteX22" fmla="*/ 492680 w 496088"/>
                    <a:gd name="connsiteY22" fmla="*/ 1647 h 470752"/>
                    <a:gd name="connsiteX23" fmla="*/ 491484 w 496088"/>
                    <a:gd name="connsiteY23" fmla="*/ 3176 h 470752"/>
                    <a:gd name="connsiteX24" fmla="*/ 490492 w 496088"/>
                    <a:gd name="connsiteY24" fmla="*/ 4996 h 470752"/>
                    <a:gd name="connsiteX25" fmla="*/ 489713 w 496088"/>
                    <a:gd name="connsiteY25" fmla="*/ 7054 h 470752"/>
                    <a:gd name="connsiteX26" fmla="*/ 489133 w 496088"/>
                    <a:gd name="connsiteY26" fmla="*/ 9342 h 470752"/>
                    <a:gd name="connsiteX27" fmla="*/ 488746 w 496088"/>
                    <a:gd name="connsiteY27" fmla="*/ 11832 h 470752"/>
                    <a:gd name="connsiteX28" fmla="*/ 488621 w 496088"/>
                    <a:gd name="connsiteY28" fmla="*/ 14560 h 470752"/>
                    <a:gd name="connsiteX29" fmla="*/ 488621 w 496088"/>
                    <a:gd name="connsiteY29" fmla="*/ 164267 h 470752"/>
                    <a:gd name="connsiteX30" fmla="*/ 488746 w 496088"/>
                    <a:gd name="connsiteY30" fmla="*/ 167139 h 470752"/>
                    <a:gd name="connsiteX31" fmla="*/ 489094 w 496088"/>
                    <a:gd name="connsiteY31" fmla="*/ 170051 h 470752"/>
                    <a:gd name="connsiteX32" fmla="*/ 489678 w 496088"/>
                    <a:gd name="connsiteY32" fmla="*/ 173028 h 470752"/>
                    <a:gd name="connsiteX33" fmla="*/ 490492 w 496088"/>
                    <a:gd name="connsiteY33" fmla="*/ 175970 h 470752"/>
                    <a:gd name="connsiteX34" fmla="*/ 491484 w 496088"/>
                    <a:gd name="connsiteY34" fmla="*/ 178936 h 470752"/>
                    <a:gd name="connsiteX35" fmla="*/ 492650 w 496088"/>
                    <a:gd name="connsiteY35" fmla="*/ 181878 h 470752"/>
                    <a:gd name="connsiteX36" fmla="*/ 494015 w 496088"/>
                    <a:gd name="connsiteY36" fmla="*/ 184750 h 470752"/>
                    <a:gd name="connsiteX37" fmla="*/ 495551 w 496088"/>
                    <a:gd name="connsiteY37" fmla="*/ 187589 h 470752"/>
                    <a:gd name="connsiteX38" fmla="*/ 495592 w 496088"/>
                    <a:gd name="connsiteY38" fmla="*/ 187623 h 470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2">
                      <a:moveTo>
                        <a:pt x="495592" y="187623"/>
                      </a:moveTo>
                      <a:lnTo>
                        <a:pt x="6439" y="469999"/>
                      </a:lnTo>
                      <a:lnTo>
                        <a:pt x="6398" y="469986"/>
                      </a:lnTo>
                      <a:lnTo>
                        <a:pt x="4906" y="467167"/>
                      </a:lnTo>
                      <a:lnTo>
                        <a:pt x="3532" y="464296"/>
                      </a:lnTo>
                      <a:lnTo>
                        <a:pt x="2336" y="461363"/>
                      </a:lnTo>
                      <a:lnTo>
                        <a:pt x="1349" y="458391"/>
                      </a:lnTo>
                      <a:lnTo>
                        <a:pt x="565" y="455406"/>
                      </a:lnTo>
                      <a:lnTo>
                        <a:pt x="-25" y="452473"/>
                      </a:lnTo>
                      <a:lnTo>
                        <a:pt x="-403" y="449526"/>
                      </a:lnTo>
                      <a:lnTo>
                        <a:pt x="-497" y="446656"/>
                      </a:lnTo>
                      <a:lnTo>
                        <a:pt x="-497" y="296952"/>
                      </a:lnTo>
                      <a:lnTo>
                        <a:pt x="-403" y="294249"/>
                      </a:lnTo>
                      <a:lnTo>
                        <a:pt x="-25" y="291758"/>
                      </a:lnTo>
                      <a:lnTo>
                        <a:pt x="565" y="289471"/>
                      </a:lnTo>
                      <a:lnTo>
                        <a:pt x="1349" y="287417"/>
                      </a:lnTo>
                      <a:lnTo>
                        <a:pt x="2336" y="285601"/>
                      </a:lnTo>
                      <a:lnTo>
                        <a:pt x="3532" y="284034"/>
                      </a:lnTo>
                      <a:lnTo>
                        <a:pt x="4906" y="282730"/>
                      </a:lnTo>
                      <a:lnTo>
                        <a:pt x="6439" y="281673"/>
                      </a:lnTo>
                      <a:lnTo>
                        <a:pt x="495592" y="-753"/>
                      </a:lnTo>
                      <a:lnTo>
                        <a:pt x="494054" y="313"/>
                      </a:lnTo>
                      <a:lnTo>
                        <a:pt x="492680" y="1647"/>
                      </a:lnTo>
                      <a:lnTo>
                        <a:pt x="491484" y="3176"/>
                      </a:lnTo>
                      <a:lnTo>
                        <a:pt x="490492" y="4996"/>
                      </a:lnTo>
                      <a:lnTo>
                        <a:pt x="489713" y="7054"/>
                      </a:lnTo>
                      <a:lnTo>
                        <a:pt x="489133" y="9342"/>
                      </a:lnTo>
                      <a:lnTo>
                        <a:pt x="488746" y="11832"/>
                      </a:lnTo>
                      <a:lnTo>
                        <a:pt x="488621" y="14560"/>
                      </a:lnTo>
                      <a:lnTo>
                        <a:pt x="488621" y="164267"/>
                      </a:lnTo>
                      <a:lnTo>
                        <a:pt x="488746" y="167139"/>
                      </a:lnTo>
                      <a:lnTo>
                        <a:pt x="489094" y="170051"/>
                      </a:lnTo>
                      <a:lnTo>
                        <a:pt x="489678" y="173028"/>
                      </a:lnTo>
                      <a:lnTo>
                        <a:pt x="490492" y="175970"/>
                      </a:lnTo>
                      <a:lnTo>
                        <a:pt x="491484" y="178936"/>
                      </a:lnTo>
                      <a:lnTo>
                        <a:pt x="492650" y="181878"/>
                      </a:lnTo>
                      <a:lnTo>
                        <a:pt x="494015" y="184750"/>
                      </a:lnTo>
                      <a:lnTo>
                        <a:pt x="495551" y="187589"/>
                      </a:lnTo>
                      <a:lnTo>
                        <a:pt x="495592" y="187623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9" name="任意多边形: 形状 788"/>
                <p:cNvSpPr/>
                <p:nvPr>
                  <p:custDataLst>
                    <p:tags r:id="rId106"/>
                  </p:custDataLst>
                </p:nvPr>
              </p:nvSpPr>
              <p:spPr>
                <a:xfrm flipV="1">
                  <a:off x="5562139" y="1634698"/>
                  <a:ext cx="17788" cy="14476"/>
                </a:xfrm>
                <a:custGeom>
                  <a:avLst/>
                  <a:gdLst>
                    <a:gd name="connsiteX0" fmla="*/ -864 w 17788"/>
                    <a:gd name="connsiteY0" fmla="*/ 6027 h 14476"/>
                    <a:gd name="connsiteX1" fmla="*/ 11008 w 17788"/>
                    <a:gd name="connsiteY1" fmla="*/ 12903 h 14476"/>
                    <a:gd name="connsiteX2" fmla="*/ 16925 w 17788"/>
                    <a:gd name="connsiteY2" fmla="*/ 9475 h 14476"/>
                    <a:gd name="connsiteX3" fmla="*/ 11008 w 17788"/>
                    <a:gd name="connsiteY3" fmla="*/ -779 h 14476"/>
                    <a:gd name="connsiteX4" fmla="*/ -864 w 17788"/>
                    <a:gd name="connsiteY4" fmla="*/ 6027 h 1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6">
                      <a:moveTo>
                        <a:pt x="-864" y="6027"/>
                      </a:moveTo>
                      <a:lnTo>
                        <a:pt x="11008" y="12903"/>
                      </a:lnTo>
                      <a:cubicBezTo>
                        <a:pt x="14258" y="14768"/>
                        <a:pt x="16925" y="13240"/>
                        <a:pt x="16925" y="9475"/>
                      </a:cubicBezTo>
                      <a:cubicBezTo>
                        <a:pt x="16925" y="5679"/>
                        <a:pt x="14258" y="1111"/>
                        <a:pt x="11008" y="-779"/>
                      </a:cubicBezTo>
                      <a:lnTo>
                        <a:pt x="-864" y="602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0" name="任意多边形: 形状 789"/>
                <p:cNvSpPr/>
                <p:nvPr>
                  <p:custDataLst>
                    <p:tags r:id="rId107"/>
                  </p:custDataLst>
                </p:nvPr>
              </p:nvSpPr>
              <p:spPr>
                <a:xfrm flipV="1">
                  <a:off x="5629153" y="1562338"/>
                  <a:ext cx="48983" cy="28277"/>
                </a:xfrm>
                <a:custGeom>
                  <a:avLst/>
                  <a:gdLst>
                    <a:gd name="connsiteX0" fmla="*/ 48063 w 48983"/>
                    <a:gd name="connsiteY0" fmla="*/ 23571 h 28277"/>
                    <a:gd name="connsiteX1" fmla="*/ 41332 w 48983"/>
                    <a:gd name="connsiteY1" fmla="*/ 27440 h 28277"/>
                    <a:gd name="connsiteX2" fmla="*/ -921 w 48983"/>
                    <a:gd name="connsiteY2" fmla="*/ 3071 h 28277"/>
                    <a:gd name="connsiteX3" fmla="*/ 5810 w 48983"/>
                    <a:gd name="connsiteY3" fmla="*/ -838 h 28277"/>
                    <a:gd name="connsiteX4" fmla="*/ 48063 w 48983"/>
                    <a:gd name="connsiteY4" fmla="*/ 23571 h 28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7">
                      <a:moveTo>
                        <a:pt x="48063" y="23571"/>
                      </a:moveTo>
                      <a:lnTo>
                        <a:pt x="41332" y="27440"/>
                      </a:lnTo>
                      <a:lnTo>
                        <a:pt x="-921" y="3071"/>
                      </a:lnTo>
                      <a:lnTo>
                        <a:pt x="5810" y="-838"/>
                      </a:lnTo>
                      <a:lnTo>
                        <a:pt x="48063" y="23571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1" name="任意多边形: 形状 790"/>
                <p:cNvSpPr/>
                <p:nvPr>
                  <p:custDataLst>
                    <p:tags r:id="rId108"/>
                  </p:custDataLst>
                </p:nvPr>
              </p:nvSpPr>
              <p:spPr>
                <a:xfrm flipV="1">
                  <a:off x="5629153" y="1586707"/>
                  <a:ext cx="6731" cy="52720"/>
                </a:xfrm>
                <a:custGeom>
                  <a:avLst/>
                  <a:gdLst>
                    <a:gd name="connsiteX0" fmla="*/ 5825 w 6731"/>
                    <a:gd name="connsiteY0" fmla="*/ 48006 h 52720"/>
                    <a:gd name="connsiteX1" fmla="*/ -906 w 6731"/>
                    <a:gd name="connsiteY1" fmla="*/ 51915 h 52720"/>
                    <a:gd name="connsiteX2" fmla="*/ -906 w 6731"/>
                    <a:gd name="connsiteY2" fmla="*/ 3095 h 52720"/>
                    <a:gd name="connsiteX3" fmla="*/ 5825 w 6731"/>
                    <a:gd name="connsiteY3" fmla="*/ -805 h 52720"/>
                    <a:gd name="connsiteX4" fmla="*/ 5825 w 6731"/>
                    <a:gd name="connsiteY4" fmla="*/ 48006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825" y="48006"/>
                      </a:moveTo>
                      <a:lnTo>
                        <a:pt x="-906" y="51915"/>
                      </a:lnTo>
                      <a:lnTo>
                        <a:pt x="-906" y="3095"/>
                      </a:lnTo>
                      <a:lnTo>
                        <a:pt x="5825" y="-805"/>
                      </a:lnTo>
                      <a:lnTo>
                        <a:pt x="5825" y="48006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2" name="任意多边形: 形状 791"/>
                <p:cNvSpPr/>
                <p:nvPr>
                  <p:custDataLst>
                    <p:tags r:id="rId109"/>
                  </p:custDataLst>
                </p:nvPr>
              </p:nvSpPr>
              <p:spPr>
                <a:xfrm flipV="1">
                  <a:off x="5635884" y="1566208"/>
                  <a:ext cx="42252" cy="73219"/>
                </a:xfrm>
                <a:custGeom>
                  <a:avLst/>
                  <a:gdLst>
                    <a:gd name="connsiteX0" fmla="*/ -923 w 42252"/>
                    <a:gd name="connsiteY0" fmla="*/ -814 h 73219"/>
                    <a:gd name="connsiteX1" fmla="*/ 41330 w 42252"/>
                    <a:gd name="connsiteY1" fmla="*/ 23584 h 73219"/>
                    <a:gd name="connsiteX2" fmla="*/ 41330 w 42252"/>
                    <a:gd name="connsiteY2" fmla="*/ 72405 h 73219"/>
                    <a:gd name="connsiteX3" fmla="*/ -923 w 42252"/>
                    <a:gd name="connsiteY3" fmla="*/ 47997 h 73219"/>
                    <a:gd name="connsiteX4" fmla="*/ -923 w 42252"/>
                    <a:gd name="connsiteY4" fmla="*/ -814 h 73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19">
                      <a:moveTo>
                        <a:pt x="-923" y="-814"/>
                      </a:moveTo>
                      <a:lnTo>
                        <a:pt x="41330" y="23584"/>
                      </a:lnTo>
                      <a:lnTo>
                        <a:pt x="41330" y="72405"/>
                      </a:lnTo>
                      <a:lnTo>
                        <a:pt x="-923" y="47997"/>
                      </a:lnTo>
                      <a:lnTo>
                        <a:pt x="-923" y="-814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3" name="任意多边形: 形状 792"/>
                <p:cNvSpPr/>
                <p:nvPr>
                  <p:custDataLst>
                    <p:tags r:id="rId110"/>
                  </p:custDataLst>
                </p:nvPr>
              </p:nvSpPr>
              <p:spPr>
                <a:xfrm flipV="1">
                  <a:off x="4791121" y="927002"/>
                  <a:ext cx="960765" cy="556224"/>
                </a:xfrm>
                <a:custGeom>
                  <a:avLst/>
                  <a:gdLst>
                    <a:gd name="connsiteX0" fmla="*/ 960105 w 960765"/>
                    <a:gd name="connsiteY0" fmla="*/ 271096 h 556224"/>
                    <a:gd name="connsiteX1" fmla="*/ 470951 w 960765"/>
                    <a:gd name="connsiteY1" fmla="*/ 553519 h 556224"/>
                    <a:gd name="connsiteX2" fmla="*/ 469275 w 960765"/>
                    <a:gd name="connsiteY2" fmla="*/ 554294 h 556224"/>
                    <a:gd name="connsiteX3" fmla="*/ 467434 w 960765"/>
                    <a:gd name="connsiteY3" fmla="*/ 554814 h 556224"/>
                    <a:gd name="connsiteX4" fmla="*/ 465485 w 960765"/>
                    <a:gd name="connsiteY4" fmla="*/ 555056 h 556224"/>
                    <a:gd name="connsiteX5" fmla="*/ 463440 w 960765"/>
                    <a:gd name="connsiteY5" fmla="*/ 555017 h 556224"/>
                    <a:gd name="connsiteX6" fmla="*/ 461248 w 960765"/>
                    <a:gd name="connsiteY6" fmla="*/ 554713 h 556224"/>
                    <a:gd name="connsiteX7" fmla="*/ 458985 w 960765"/>
                    <a:gd name="connsiteY7" fmla="*/ 554065 h 556224"/>
                    <a:gd name="connsiteX8" fmla="*/ 456624 w 960765"/>
                    <a:gd name="connsiteY8" fmla="*/ 553138 h 556224"/>
                    <a:gd name="connsiteX9" fmla="*/ 454238 w 960765"/>
                    <a:gd name="connsiteY9" fmla="*/ 551881 h 556224"/>
                    <a:gd name="connsiteX10" fmla="*/ 16058 w 960765"/>
                    <a:gd name="connsiteY10" fmla="*/ 298896 h 556224"/>
                    <a:gd name="connsiteX11" fmla="*/ 13631 w 960765"/>
                    <a:gd name="connsiteY11" fmla="*/ 297347 h 556224"/>
                    <a:gd name="connsiteX12" fmla="*/ 11301 w 960765"/>
                    <a:gd name="connsiteY12" fmla="*/ 295607 h 556224"/>
                    <a:gd name="connsiteX13" fmla="*/ 9014 w 960765"/>
                    <a:gd name="connsiteY13" fmla="*/ 293613 h 556224"/>
                    <a:gd name="connsiteX14" fmla="*/ 6865 w 960765"/>
                    <a:gd name="connsiteY14" fmla="*/ 291442 h 556224"/>
                    <a:gd name="connsiteX15" fmla="*/ 4777 w 960765"/>
                    <a:gd name="connsiteY15" fmla="*/ 289079 h 556224"/>
                    <a:gd name="connsiteX16" fmla="*/ 2823 w 960765"/>
                    <a:gd name="connsiteY16" fmla="*/ 286577 h 556224"/>
                    <a:gd name="connsiteX17" fmla="*/ 1011 w 960765"/>
                    <a:gd name="connsiteY17" fmla="*/ 283987 h 556224"/>
                    <a:gd name="connsiteX18" fmla="*/ -660 w 960765"/>
                    <a:gd name="connsiteY18" fmla="*/ 281244 h 556224"/>
                    <a:gd name="connsiteX19" fmla="*/ 488493 w 960765"/>
                    <a:gd name="connsiteY19" fmla="*/ -1169 h 556224"/>
                    <a:gd name="connsiteX20" fmla="*/ 490165 w 960765"/>
                    <a:gd name="connsiteY20" fmla="*/ 1564 h 556224"/>
                    <a:gd name="connsiteX21" fmla="*/ 491981 w 960765"/>
                    <a:gd name="connsiteY21" fmla="*/ 4193 h 556224"/>
                    <a:gd name="connsiteX22" fmla="*/ 493925 w 960765"/>
                    <a:gd name="connsiteY22" fmla="*/ 6694 h 556224"/>
                    <a:gd name="connsiteX23" fmla="*/ 495984 w 960765"/>
                    <a:gd name="connsiteY23" fmla="*/ 9015 h 556224"/>
                    <a:gd name="connsiteX24" fmla="*/ 498167 w 960765"/>
                    <a:gd name="connsiteY24" fmla="*/ 11198 h 556224"/>
                    <a:gd name="connsiteX25" fmla="*/ 500424 w 960765"/>
                    <a:gd name="connsiteY25" fmla="*/ 13185 h 556224"/>
                    <a:gd name="connsiteX26" fmla="*/ 502781 w 960765"/>
                    <a:gd name="connsiteY26" fmla="*/ 14963 h 556224"/>
                    <a:gd name="connsiteX27" fmla="*/ 505202 w 960765"/>
                    <a:gd name="connsiteY27" fmla="*/ 16512 h 556224"/>
                    <a:gd name="connsiteX28" fmla="*/ 943354 w 960765"/>
                    <a:gd name="connsiteY28" fmla="*/ 269458 h 556224"/>
                    <a:gd name="connsiteX29" fmla="*/ 945792 w 960765"/>
                    <a:gd name="connsiteY29" fmla="*/ 270715 h 556224"/>
                    <a:gd name="connsiteX30" fmla="*/ 948142 w 960765"/>
                    <a:gd name="connsiteY30" fmla="*/ 271642 h 556224"/>
                    <a:gd name="connsiteX31" fmla="*/ 950390 w 960765"/>
                    <a:gd name="connsiteY31" fmla="*/ 272290 h 556224"/>
                    <a:gd name="connsiteX32" fmla="*/ 952549 w 960765"/>
                    <a:gd name="connsiteY32" fmla="*/ 272633 h 556224"/>
                    <a:gd name="connsiteX33" fmla="*/ 954632 w 960765"/>
                    <a:gd name="connsiteY33" fmla="*/ 272671 h 556224"/>
                    <a:gd name="connsiteX34" fmla="*/ 956587 w 960765"/>
                    <a:gd name="connsiteY34" fmla="*/ 272430 h 556224"/>
                    <a:gd name="connsiteX35" fmla="*/ 958404 w 960765"/>
                    <a:gd name="connsiteY35" fmla="*/ 271884 h 556224"/>
                    <a:gd name="connsiteX36" fmla="*/ 960105 w 960765"/>
                    <a:gd name="connsiteY36" fmla="*/ 271096 h 556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4">
                      <a:moveTo>
                        <a:pt x="960105" y="271096"/>
                      </a:moveTo>
                      <a:lnTo>
                        <a:pt x="470951" y="553519"/>
                      </a:lnTo>
                      <a:lnTo>
                        <a:pt x="469275" y="554294"/>
                      </a:lnTo>
                      <a:lnTo>
                        <a:pt x="467434" y="554814"/>
                      </a:lnTo>
                      <a:lnTo>
                        <a:pt x="465485" y="555056"/>
                      </a:lnTo>
                      <a:lnTo>
                        <a:pt x="463440" y="555017"/>
                      </a:lnTo>
                      <a:lnTo>
                        <a:pt x="461248" y="554713"/>
                      </a:lnTo>
                      <a:lnTo>
                        <a:pt x="458985" y="554065"/>
                      </a:lnTo>
                      <a:lnTo>
                        <a:pt x="456624" y="553138"/>
                      </a:lnTo>
                      <a:lnTo>
                        <a:pt x="454238" y="551881"/>
                      </a:lnTo>
                      <a:lnTo>
                        <a:pt x="16058" y="298896"/>
                      </a:lnTo>
                      <a:lnTo>
                        <a:pt x="13631" y="297347"/>
                      </a:lnTo>
                      <a:lnTo>
                        <a:pt x="11301" y="295607"/>
                      </a:lnTo>
                      <a:lnTo>
                        <a:pt x="9014" y="293613"/>
                      </a:lnTo>
                      <a:lnTo>
                        <a:pt x="6865" y="291442"/>
                      </a:lnTo>
                      <a:lnTo>
                        <a:pt x="4777" y="289079"/>
                      </a:lnTo>
                      <a:lnTo>
                        <a:pt x="2823" y="286577"/>
                      </a:lnTo>
                      <a:lnTo>
                        <a:pt x="1011" y="283987"/>
                      </a:lnTo>
                      <a:lnTo>
                        <a:pt x="-660" y="281244"/>
                      </a:lnTo>
                      <a:lnTo>
                        <a:pt x="488493" y="-1169"/>
                      </a:lnTo>
                      <a:lnTo>
                        <a:pt x="490165" y="1564"/>
                      </a:lnTo>
                      <a:lnTo>
                        <a:pt x="491981" y="4193"/>
                      </a:lnTo>
                      <a:lnTo>
                        <a:pt x="493925" y="6694"/>
                      </a:lnTo>
                      <a:lnTo>
                        <a:pt x="495984" y="9015"/>
                      </a:lnTo>
                      <a:lnTo>
                        <a:pt x="498167" y="11198"/>
                      </a:lnTo>
                      <a:lnTo>
                        <a:pt x="500424" y="13185"/>
                      </a:lnTo>
                      <a:lnTo>
                        <a:pt x="502781" y="14963"/>
                      </a:lnTo>
                      <a:lnTo>
                        <a:pt x="505202" y="16512"/>
                      </a:lnTo>
                      <a:lnTo>
                        <a:pt x="943354" y="269458"/>
                      </a:lnTo>
                      <a:lnTo>
                        <a:pt x="945792" y="270715"/>
                      </a:lnTo>
                      <a:lnTo>
                        <a:pt x="948142" y="271642"/>
                      </a:lnTo>
                      <a:lnTo>
                        <a:pt x="950390" y="272290"/>
                      </a:lnTo>
                      <a:lnTo>
                        <a:pt x="952549" y="272633"/>
                      </a:lnTo>
                      <a:lnTo>
                        <a:pt x="954632" y="272671"/>
                      </a:lnTo>
                      <a:lnTo>
                        <a:pt x="956587" y="272430"/>
                      </a:lnTo>
                      <a:lnTo>
                        <a:pt x="958404" y="271884"/>
                      </a:lnTo>
                      <a:lnTo>
                        <a:pt x="960105" y="271096"/>
                      </a:lnTo>
                    </a:path>
                  </a:pathLst>
                </a:custGeom>
                <a:solidFill>
                  <a:srgbClr val="B2C0C1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4" name="任意多边形: 形状 793"/>
                <p:cNvSpPr/>
                <p:nvPr>
                  <p:custDataLst>
                    <p:tags r:id="rId111"/>
                  </p:custDataLst>
                </p:nvPr>
              </p:nvSpPr>
              <p:spPr>
                <a:xfrm flipV="1">
                  <a:off x="5273303" y="1209397"/>
                  <a:ext cx="485529" cy="463771"/>
                </a:xfrm>
                <a:custGeom>
                  <a:avLst/>
                  <a:gdLst>
                    <a:gd name="connsiteX0" fmla="*/ 484703 w 485529"/>
                    <a:gd name="connsiteY0" fmla="*/ 445920 h 463771"/>
                    <a:gd name="connsiteX1" fmla="*/ 477756 w 485529"/>
                    <a:gd name="connsiteY1" fmla="*/ 461248 h 463771"/>
                    <a:gd name="connsiteX2" fmla="*/ 461005 w 485529"/>
                    <a:gd name="connsiteY2" fmla="*/ 459610 h 463771"/>
                    <a:gd name="connsiteX3" fmla="*/ 22852 w 485529"/>
                    <a:gd name="connsiteY3" fmla="*/ 206664 h 463771"/>
                    <a:gd name="connsiteX4" fmla="*/ 6144 w 485529"/>
                    <a:gd name="connsiteY4" fmla="*/ 188983 h 463771"/>
                    <a:gd name="connsiteX5" fmla="*/ 6104 w 485529"/>
                    <a:gd name="connsiteY5" fmla="*/ 188943 h 463771"/>
                    <a:gd name="connsiteX6" fmla="*/ -827 w 485529"/>
                    <a:gd name="connsiteY6" fmla="*/ 165627 h 463771"/>
                    <a:gd name="connsiteX7" fmla="*/ -827 w 485529"/>
                    <a:gd name="connsiteY7" fmla="*/ 15926 h 463771"/>
                    <a:gd name="connsiteX8" fmla="*/ 6144 w 485529"/>
                    <a:gd name="connsiteY8" fmla="*/ 646 h 463771"/>
                    <a:gd name="connsiteX9" fmla="*/ 22852 w 485529"/>
                    <a:gd name="connsiteY9" fmla="*/ 2243 h 463771"/>
                    <a:gd name="connsiteX10" fmla="*/ 461005 w 485529"/>
                    <a:gd name="connsiteY10" fmla="*/ 255242 h 463771"/>
                    <a:gd name="connsiteX11" fmla="*/ 477756 w 485529"/>
                    <a:gd name="connsiteY11" fmla="*/ 272869 h 463771"/>
                    <a:gd name="connsiteX12" fmla="*/ 477756 w 485529"/>
                    <a:gd name="connsiteY12" fmla="*/ 272908 h 463771"/>
                    <a:gd name="connsiteX13" fmla="*/ 484703 w 485529"/>
                    <a:gd name="connsiteY13" fmla="*/ 296225 h 463771"/>
                    <a:gd name="connsiteX14" fmla="*/ 484703 w 485529"/>
                    <a:gd name="connsiteY14" fmla="*/ 445920 h 463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1">
                      <a:moveTo>
                        <a:pt x="484703" y="445920"/>
                      </a:moveTo>
                      <a:cubicBezTo>
                        <a:pt x="484703" y="453489"/>
                        <a:pt x="482036" y="458785"/>
                        <a:pt x="477756" y="461248"/>
                      </a:cubicBezTo>
                      <a:cubicBezTo>
                        <a:pt x="473451" y="463700"/>
                        <a:pt x="467533" y="463357"/>
                        <a:pt x="461005" y="459610"/>
                      </a:cubicBezTo>
                      <a:lnTo>
                        <a:pt x="22852" y="206664"/>
                      </a:lnTo>
                      <a:cubicBezTo>
                        <a:pt x="16289" y="202858"/>
                        <a:pt x="10386" y="196394"/>
                        <a:pt x="6144" y="188983"/>
                      </a:cubicBezTo>
                      <a:lnTo>
                        <a:pt x="6104" y="188943"/>
                      </a:lnTo>
                      <a:cubicBezTo>
                        <a:pt x="1828" y="181526"/>
                        <a:pt x="-827" y="173177"/>
                        <a:pt x="-827" y="165627"/>
                      </a:cubicBezTo>
                      <a:lnTo>
                        <a:pt x="-827" y="15926"/>
                      </a:lnTo>
                      <a:cubicBezTo>
                        <a:pt x="-827" y="8394"/>
                        <a:pt x="1828" y="3101"/>
                        <a:pt x="6144" y="646"/>
                      </a:cubicBezTo>
                      <a:cubicBezTo>
                        <a:pt x="10425" y="-1854"/>
                        <a:pt x="16323" y="-1513"/>
                        <a:pt x="22852" y="2243"/>
                      </a:cubicBezTo>
                      <a:lnTo>
                        <a:pt x="461005" y="255242"/>
                      </a:lnTo>
                      <a:cubicBezTo>
                        <a:pt x="467533" y="258988"/>
                        <a:pt x="473451" y="265491"/>
                        <a:pt x="477756" y="272869"/>
                      </a:cubicBezTo>
                      <a:lnTo>
                        <a:pt x="477756" y="272908"/>
                      </a:lnTo>
                      <a:cubicBezTo>
                        <a:pt x="482036" y="280324"/>
                        <a:pt x="484703" y="288706"/>
                        <a:pt x="484703" y="296225"/>
                      </a:cubicBezTo>
                      <a:lnTo>
                        <a:pt x="484703" y="445920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5" name="任意多边形: 形状 794"/>
                <p:cNvSpPr/>
                <p:nvPr>
                  <p:custDataLst>
                    <p:tags r:id="rId112"/>
                  </p:custDataLst>
                </p:nvPr>
              </p:nvSpPr>
              <p:spPr>
                <a:xfrm flipV="1">
                  <a:off x="5690113" y="1292648"/>
                  <a:ext cx="48983" cy="28257"/>
                </a:xfrm>
                <a:custGeom>
                  <a:avLst/>
                  <a:gdLst>
                    <a:gd name="connsiteX0" fmla="*/ 48022 w 48983"/>
                    <a:gd name="connsiteY0" fmla="*/ 23331 h 28257"/>
                    <a:gd name="connsiteX1" fmla="*/ 41291 w 48983"/>
                    <a:gd name="connsiteY1" fmla="*/ 27179 h 28257"/>
                    <a:gd name="connsiteX2" fmla="*/ -962 w 48983"/>
                    <a:gd name="connsiteY2" fmla="*/ 2808 h 28257"/>
                    <a:gd name="connsiteX3" fmla="*/ 5769 w 48983"/>
                    <a:gd name="connsiteY3" fmla="*/ -1078 h 28257"/>
                    <a:gd name="connsiteX4" fmla="*/ 48022 w 48983"/>
                    <a:gd name="connsiteY4" fmla="*/ 23331 h 28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57">
                      <a:moveTo>
                        <a:pt x="48022" y="23331"/>
                      </a:moveTo>
                      <a:lnTo>
                        <a:pt x="41291" y="27179"/>
                      </a:lnTo>
                      <a:lnTo>
                        <a:pt x="-962" y="2808"/>
                      </a:lnTo>
                      <a:lnTo>
                        <a:pt x="5769" y="-1078"/>
                      </a:lnTo>
                      <a:lnTo>
                        <a:pt x="48022" y="23331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6" name="任意多边形: 形状 795"/>
                <p:cNvSpPr/>
                <p:nvPr>
                  <p:custDataLst>
                    <p:tags r:id="rId113"/>
                  </p:custDataLst>
                </p:nvPr>
              </p:nvSpPr>
              <p:spPr>
                <a:xfrm flipV="1">
                  <a:off x="5690113" y="1317019"/>
                  <a:ext cx="6731" cy="52717"/>
                </a:xfrm>
                <a:custGeom>
                  <a:avLst/>
                  <a:gdLst>
                    <a:gd name="connsiteX0" fmla="*/ 5783 w 6731"/>
                    <a:gd name="connsiteY0" fmla="*/ 47786 h 52717"/>
                    <a:gd name="connsiteX1" fmla="*/ -948 w 6731"/>
                    <a:gd name="connsiteY1" fmla="*/ 51672 h 52717"/>
                    <a:gd name="connsiteX2" fmla="*/ -948 w 6731"/>
                    <a:gd name="connsiteY2" fmla="*/ 2815 h 52717"/>
                    <a:gd name="connsiteX3" fmla="*/ 5783 w 6731"/>
                    <a:gd name="connsiteY3" fmla="*/ -1046 h 52717"/>
                    <a:gd name="connsiteX4" fmla="*/ 5783 w 6731"/>
                    <a:gd name="connsiteY4" fmla="*/ 47786 h 5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7">
                      <a:moveTo>
                        <a:pt x="5783" y="47786"/>
                      </a:moveTo>
                      <a:lnTo>
                        <a:pt x="-948" y="51672"/>
                      </a:lnTo>
                      <a:lnTo>
                        <a:pt x="-948" y="2815"/>
                      </a:lnTo>
                      <a:lnTo>
                        <a:pt x="5783" y="-1046"/>
                      </a:lnTo>
                      <a:lnTo>
                        <a:pt x="5783" y="47786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7" name="任意多边形: 形状 796"/>
                <p:cNvSpPr/>
                <p:nvPr>
                  <p:custDataLst>
                    <p:tags r:id="rId114"/>
                  </p:custDataLst>
                </p:nvPr>
              </p:nvSpPr>
              <p:spPr>
                <a:xfrm flipV="1">
                  <a:off x="5696844" y="1296534"/>
                  <a:ext cx="42252" cy="73202"/>
                </a:xfrm>
                <a:custGeom>
                  <a:avLst/>
                  <a:gdLst>
                    <a:gd name="connsiteX0" fmla="*/ -965 w 42252"/>
                    <a:gd name="connsiteY0" fmla="*/ -1055 h 73202"/>
                    <a:gd name="connsiteX1" fmla="*/ 41288 w 42252"/>
                    <a:gd name="connsiteY1" fmla="*/ 23367 h 73202"/>
                    <a:gd name="connsiteX2" fmla="*/ 41288 w 42252"/>
                    <a:gd name="connsiteY2" fmla="*/ 72148 h 73202"/>
                    <a:gd name="connsiteX3" fmla="*/ -965 w 42252"/>
                    <a:gd name="connsiteY3" fmla="*/ 47777 h 73202"/>
                    <a:gd name="connsiteX4" fmla="*/ -965 w 42252"/>
                    <a:gd name="connsiteY4" fmla="*/ -1055 h 73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2">
                      <a:moveTo>
                        <a:pt x="-965" y="-1055"/>
                      </a:moveTo>
                      <a:lnTo>
                        <a:pt x="41288" y="23367"/>
                      </a:lnTo>
                      <a:lnTo>
                        <a:pt x="41288" y="72148"/>
                      </a:lnTo>
                      <a:lnTo>
                        <a:pt x="-965" y="47777"/>
                      </a:lnTo>
                      <a:lnTo>
                        <a:pt x="-965" y="-105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8" name="任意多边形: 形状 797"/>
                <p:cNvSpPr/>
                <p:nvPr>
                  <p:custDataLst>
                    <p:tags r:id="rId115"/>
                  </p:custDataLst>
                </p:nvPr>
              </p:nvSpPr>
              <p:spPr>
                <a:xfrm flipV="1">
                  <a:off x="5316206" y="1400212"/>
                  <a:ext cx="263721" cy="160706"/>
                </a:xfrm>
                <a:custGeom>
                  <a:avLst/>
                  <a:gdLst>
                    <a:gd name="connsiteX0" fmla="*/ 5133 w 263721"/>
                    <a:gd name="connsiteY0" fmla="*/ -121 h 160706"/>
                    <a:gd name="connsiteX1" fmla="*/ -780 w 263721"/>
                    <a:gd name="connsiteY1" fmla="*/ 3287 h 160706"/>
                    <a:gd name="connsiteX2" fmla="*/ 5133 w 263721"/>
                    <a:gd name="connsiteY2" fmla="*/ 13556 h 160706"/>
                    <a:gd name="connsiteX3" fmla="*/ 257025 w 263721"/>
                    <a:gd name="connsiteY3" fmla="*/ 158978 h 160706"/>
                    <a:gd name="connsiteX4" fmla="*/ 262942 w 263721"/>
                    <a:gd name="connsiteY4" fmla="*/ 155562 h 160706"/>
                    <a:gd name="connsiteX5" fmla="*/ 257025 w 263721"/>
                    <a:gd name="connsiteY5" fmla="*/ 145313 h 160706"/>
                    <a:gd name="connsiteX6" fmla="*/ 5133 w 263721"/>
                    <a:gd name="connsiteY6" fmla="*/ -121 h 160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06">
                      <a:moveTo>
                        <a:pt x="5133" y="-121"/>
                      </a:moveTo>
                      <a:cubicBezTo>
                        <a:pt x="1843" y="-2002"/>
                        <a:pt x="-780" y="-459"/>
                        <a:pt x="-780" y="3287"/>
                      </a:cubicBezTo>
                      <a:cubicBezTo>
                        <a:pt x="-780" y="7086"/>
                        <a:pt x="1843" y="11671"/>
                        <a:pt x="5133" y="13556"/>
                      </a:cubicBezTo>
                      <a:lnTo>
                        <a:pt x="257025" y="158978"/>
                      </a:lnTo>
                      <a:cubicBezTo>
                        <a:pt x="260275" y="160858"/>
                        <a:pt x="262942" y="159334"/>
                        <a:pt x="262942" y="155562"/>
                      </a:cubicBezTo>
                      <a:cubicBezTo>
                        <a:pt x="262942" y="151803"/>
                        <a:pt x="260275" y="147193"/>
                        <a:pt x="257025" y="145313"/>
                      </a:cubicBezTo>
                      <a:lnTo>
                        <a:pt x="5133" y="-121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9" name="任意多边形: 形状 798"/>
                <p:cNvSpPr/>
                <p:nvPr>
                  <p:custDataLst>
                    <p:tags r:id="rId116"/>
                  </p:custDataLst>
                </p:nvPr>
              </p:nvSpPr>
              <p:spPr>
                <a:xfrm flipV="1">
                  <a:off x="4784186" y="1200814"/>
                  <a:ext cx="496088" cy="470790"/>
                </a:xfrm>
                <a:custGeom>
                  <a:avLst/>
                  <a:gdLst>
                    <a:gd name="connsiteX0" fmla="*/ 495592 w 496088"/>
                    <a:gd name="connsiteY0" fmla="*/ 187415 h 470790"/>
                    <a:gd name="connsiteX1" fmla="*/ 6439 w 496088"/>
                    <a:gd name="connsiteY1" fmla="*/ 469828 h 470790"/>
                    <a:gd name="connsiteX2" fmla="*/ 6398 w 496088"/>
                    <a:gd name="connsiteY2" fmla="*/ 469802 h 470790"/>
                    <a:gd name="connsiteX3" fmla="*/ 4906 w 496088"/>
                    <a:gd name="connsiteY3" fmla="*/ 466957 h 470790"/>
                    <a:gd name="connsiteX4" fmla="*/ 3532 w 496088"/>
                    <a:gd name="connsiteY4" fmla="*/ 464087 h 470790"/>
                    <a:gd name="connsiteX5" fmla="*/ 2336 w 496088"/>
                    <a:gd name="connsiteY5" fmla="*/ 461141 h 470790"/>
                    <a:gd name="connsiteX6" fmla="*/ 1349 w 496088"/>
                    <a:gd name="connsiteY6" fmla="*/ 458169 h 470790"/>
                    <a:gd name="connsiteX7" fmla="*/ 565 w 496088"/>
                    <a:gd name="connsiteY7" fmla="*/ 455235 h 470790"/>
                    <a:gd name="connsiteX8" fmla="*/ -25 w 496088"/>
                    <a:gd name="connsiteY8" fmla="*/ 452263 h 470790"/>
                    <a:gd name="connsiteX9" fmla="*/ -403 w 496088"/>
                    <a:gd name="connsiteY9" fmla="*/ 449355 h 470790"/>
                    <a:gd name="connsiteX10" fmla="*/ -497 w 496088"/>
                    <a:gd name="connsiteY10" fmla="*/ 446485 h 470790"/>
                    <a:gd name="connsiteX11" fmla="*/ -497 w 496088"/>
                    <a:gd name="connsiteY11" fmla="*/ 296777 h 470790"/>
                    <a:gd name="connsiteX12" fmla="*/ -403 w 496088"/>
                    <a:gd name="connsiteY12" fmla="*/ 294034 h 470790"/>
                    <a:gd name="connsiteX13" fmla="*/ -25 w 496088"/>
                    <a:gd name="connsiteY13" fmla="*/ 291545 h 470790"/>
                    <a:gd name="connsiteX14" fmla="*/ 565 w 496088"/>
                    <a:gd name="connsiteY14" fmla="*/ 289246 h 470790"/>
                    <a:gd name="connsiteX15" fmla="*/ 1349 w 496088"/>
                    <a:gd name="connsiteY15" fmla="*/ 287202 h 470790"/>
                    <a:gd name="connsiteX16" fmla="*/ 2336 w 496088"/>
                    <a:gd name="connsiteY16" fmla="*/ 285398 h 470790"/>
                    <a:gd name="connsiteX17" fmla="*/ 3532 w 496088"/>
                    <a:gd name="connsiteY17" fmla="*/ 283861 h 470790"/>
                    <a:gd name="connsiteX18" fmla="*/ 4906 w 496088"/>
                    <a:gd name="connsiteY18" fmla="*/ 282515 h 470790"/>
                    <a:gd name="connsiteX19" fmla="*/ 6439 w 496088"/>
                    <a:gd name="connsiteY19" fmla="*/ 281461 h 470790"/>
                    <a:gd name="connsiteX20" fmla="*/ 495592 w 496088"/>
                    <a:gd name="connsiteY20" fmla="*/ -963 h 470790"/>
                    <a:gd name="connsiteX21" fmla="*/ 494054 w 496088"/>
                    <a:gd name="connsiteY21" fmla="*/ 140 h 470790"/>
                    <a:gd name="connsiteX22" fmla="*/ 492680 w 496088"/>
                    <a:gd name="connsiteY22" fmla="*/ 1439 h 470790"/>
                    <a:gd name="connsiteX23" fmla="*/ 491484 w 496088"/>
                    <a:gd name="connsiteY23" fmla="*/ 3006 h 470790"/>
                    <a:gd name="connsiteX24" fmla="*/ 490492 w 496088"/>
                    <a:gd name="connsiteY24" fmla="*/ 4812 h 470790"/>
                    <a:gd name="connsiteX25" fmla="*/ 489713 w 496088"/>
                    <a:gd name="connsiteY25" fmla="*/ 6866 h 470790"/>
                    <a:gd name="connsiteX26" fmla="*/ 489133 w 496088"/>
                    <a:gd name="connsiteY26" fmla="*/ 9124 h 470790"/>
                    <a:gd name="connsiteX27" fmla="*/ 488746 w 496088"/>
                    <a:gd name="connsiteY27" fmla="*/ 11653 h 470790"/>
                    <a:gd name="connsiteX28" fmla="*/ 488621 w 496088"/>
                    <a:gd name="connsiteY28" fmla="*/ 14357 h 470790"/>
                    <a:gd name="connsiteX29" fmla="*/ 488621 w 496088"/>
                    <a:gd name="connsiteY29" fmla="*/ 164058 h 470790"/>
                    <a:gd name="connsiteX30" fmla="*/ 488746 w 496088"/>
                    <a:gd name="connsiteY30" fmla="*/ 166931 h 470790"/>
                    <a:gd name="connsiteX31" fmla="*/ 489094 w 496088"/>
                    <a:gd name="connsiteY31" fmla="*/ 169838 h 470790"/>
                    <a:gd name="connsiteX32" fmla="*/ 489678 w 496088"/>
                    <a:gd name="connsiteY32" fmla="*/ 172814 h 470790"/>
                    <a:gd name="connsiteX33" fmla="*/ 490492 w 496088"/>
                    <a:gd name="connsiteY33" fmla="*/ 175786 h 470790"/>
                    <a:gd name="connsiteX34" fmla="*/ 491484 w 496088"/>
                    <a:gd name="connsiteY34" fmla="*/ 178723 h 470790"/>
                    <a:gd name="connsiteX35" fmla="*/ 492650 w 496088"/>
                    <a:gd name="connsiteY35" fmla="*/ 181670 h 470790"/>
                    <a:gd name="connsiteX36" fmla="*/ 494015 w 496088"/>
                    <a:gd name="connsiteY36" fmla="*/ 184577 h 470790"/>
                    <a:gd name="connsiteX37" fmla="*/ 495551 w 496088"/>
                    <a:gd name="connsiteY37" fmla="*/ 187374 h 470790"/>
                    <a:gd name="connsiteX38" fmla="*/ 495592 w 496088"/>
                    <a:gd name="connsiteY38" fmla="*/ 187415 h 470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90">
                      <a:moveTo>
                        <a:pt x="495592" y="187415"/>
                      </a:moveTo>
                      <a:lnTo>
                        <a:pt x="6439" y="469828"/>
                      </a:lnTo>
                      <a:lnTo>
                        <a:pt x="6398" y="469802"/>
                      </a:lnTo>
                      <a:lnTo>
                        <a:pt x="4906" y="466957"/>
                      </a:lnTo>
                      <a:lnTo>
                        <a:pt x="3532" y="464087"/>
                      </a:lnTo>
                      <a:lnTo>
                        <a:pt x="2336" y="461141"/>
                      </a:lnTo>
                      <a:lnTo>
                        <a:pt x="1349" y="458169"/>
                      </a:lnTo>
                      <a:lnTo>
                        <a:pt x="565" y="455235"/>
                      </a:lnTo>
                      <a:lnTo>
                        <a:pt x="-25" y="452263"/>
                      </a:lnTo>
                      <a:lnTo>
                        <a:pt x="-403" y="449355"/>
                      </a:lnTo>
                      <a:lnTo>
                        <a:pt x="-497" y="446485"/>
                      </a:lnTo>
                      <a:lnTo>
                        <a:pt x="-497" y="296777"/>
                      </a:lnTo>
                      <a:lnTo>
                        <a:pt x="-403" y="294034"/>
                      </a:lnTo>
                      <a:lnTo>
                        <a:pt x="-25" y="291545"/>
                      </a:lnTo>
                      <a:lnTo>
                        <a:pt x="565" y="289246"/>
                      </a:lnTo>
                      <a:lnTo>
                        <a:pt x="1349" y="287202"/>
                      </a:lnTo>
                      <a:lnTo>
                        <a:pt x="2336" y="285398"/>
                      </a:lnTo>
                      <a:lnTo>
                        <a:pt x="3532" y="283861"/>
                      </a:lnTo>
                      <a:lnTo>
                        <a:pt x="4906" y="282515"/>
                      </a:lnTo>
                      <a:lnTo>
                        <a:pt x="6439" y="281461"/>
                      </a:lnTo>
                      <a:lnTo>
                        <a:pt x="495592" y="-963"/>
                      </a:lnTo>
                      <a:lnTo>
                        <a:pt x="494054" y="140"/>
                      </a:lnTo>
                      <a:lnTo>
                        <a:pt x="492680" y="1439"/>
                      </a:lnTo>
                      <a:lnTo>
                        <a:pt x="491484" y="3006"/>
                      </a:lnTo>
                      <a:lnTo>
                        <a:pt x="490492" y="4812"/>
                      </a:lnTo>
                      <a:lnTo>
                        <a:pt x="489713" y="6866"/>
                      </a:lnTo>
                      <a:lnTo>
                        <a:pt x="489133" y="9124"/>
                      </a:lnTo>
                      <a:lnTo>
                        <a:pt x="488746" y="11653"/>
                      </a:lnTo>
                      <a:lnTo>
                        <a:pt x="488621" y="14357"/>
                      </a:lnTo>
                      <a:lnTo>
                        <a:pt x="488621" y="164058"/>
                      </a:lnTo>
                      <a:lnTo>
                        <a:pt x="488746" y="166931"/>
                      </a:lnTo>
                      <a:lnTo>
                        <a:pt x="489094" y="169838"/>
                      </a:lnTo>
                      <a:lnTo>
                        <a:pt x="489678" y="172814"/>
                      </a:lnTo>
                      <a:lnTo>
                        <a:pt x="490492" y="175786"/>
                      </a:lnTo>
                      <a:lnTo>
                        <a:pt x="491484" y="178723"/>
                      </a:lnTo>
                      <a:lnTo>
                        <a:pt x="492650" y="181670"/>
                      </a:lnTo>
                      <a:lnTo>
                        <a:pt x="494015" y="184577"/>
                      </a:lnTo>
                      <a:lnTo>
                        <a:pt x="495551" y="187374"/>
                      </a:lnTo>
                      <a:lnTo>
                        <a:pt x="495592" y="187415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0" name="任意多边形: 形状 799"/>
                <p:cNvSpPr/>
                <p:nvPr>
                  <p:custDataLst>
                    <p:tags r:id="rId117"/>
                  </p:custDataLst>
                </p:nvPr>
              </p:nvSpPr>
              <p:spPr>
                <a:xfrm flipV="1">
                  <a:off x="5562139" y="1400212"/>
                  <a:ext cx="17788" cy="14469"/>
                </a:xfrm>
                <a:custGeom>
                  <a:avLst/>
                  <a:gdLst>
                    <a:gd name="connsiteX0" fmla="*/ -864 w 17788"/>
                    <a:gd name="connsiteY0" fmla="*/ 5844 h 14469"/>
                    <a:gd name="connsiteX1" fmla="*/ 11008 w 17788"/>
                    <a:gd name="connsiteY1" fmla="*/ 12677 h 14469"/>
                    <a:gd name="connsiteX2" fmla="*/ 16925 w 17788"/>
                    <a:gd name="connsiteY2" fmla="*/ 9260 h 14469"/>
                    <a:gd name="connsiteX3" fmla="*/ 11008 w 17788"/>
                    <a:gd name="connsiteY3" fmla="*/ -988 h 14469"/>
                    <a:gd name="connsiteX4" fmla="*/ -864 w 17788"/>
                    <a:gd name="connsiteY4" fmla="*/ 5844 h 1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69">
                      <a:moveTo>
                        <a:pt x="-864" y="5844"/>
                      </a:moveTo>
                      <a:lnTo>
                        <a:pt x="11008" y="12677"/>
                      </a:lnTo>
                      <a:cubicBezTo>
                        <a:pt x="14258" y="14556"/>
                        <a:pt x="16925" y="13032"/>
                        <a:pt x="16925" y="9260"/>
                      </a:cubicBezTo>
                      <a:cubicBezTo>
                        <a:pt x="16925" y="5501"/>
                        <a:pt x="14258" y="891"/>
                        <a:pt x="11008" y="-988"/>
                      </a:cubicBezTo>
                      <a:lnTo>
                        <a:pt x="-864" y="5844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1" name="任意多边形: 形状 800"/>
                <p:cNvSpPr/>
                <p:nvPr>
                  <p:custDataLst>
                    <p:tags r:id="rId118"/>
                  </p:custDataLst>
                </p:nvPr>
              </p:nvSpPr>
              <p:spPr>
                <a:xfrm flipV="1">
                  <a:off x="5629153" y="1327826"/>
                  <a:ext cx="48983" cy="28295"/>
                </a:xfrm>
                <a:custGeom>
                  <a:avLst/>
                  <a:gdLst>
                    <a:gd name="connsiteX0" fmla="*/ 48063 w 48983"/>
                    <a:gd name="connsiteY0" fmla="*/ 23363 h 28295"/>
                    <a:gd name="connsiteX1" fmla="*/ 41332 w 48983"/>
                    <a:gd name="connsiteY1" fmla="*/ 27249 h 28295"/>
                    <a:gd name="connsiteX2" fmla="*/ -921 w 48983"/>
                    <a:gd name="connsiteY2" fmla="*/ 2852 h 28295"/>
                    <a:gd name="connsiteX3" fmla="*/ 5810 w 48983"/>
                    <a:gd name="connsiteY3" fmla="*/ -1047 h 28295"/>
                    <a:gd name="connsiteX4" fmla="*/ 48063 w 48983"/>
                    <a:gd name="connsiteY4" fmla="*/ 23363 h 28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95">
                      <a:moveTo>
                        <a:pt x="48063" y="23363"/>
                      </a:moveTo>
                      <a:lnTo>
                        <a:pt x="41332" y="27249"/>
                      </a:lnTo>
                      <a:lnTo>
                        <a:pt x="-921" y="2852"/>
                      </a:lnTo>
                      <a:lnTo>
                        <a:pt x="5810" y="-1047"/>
                      </a:lnTo>
                      <a:lnTo>
                        <a:pt x="48063" y="23363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2" name="任意多边形: 形状 801"/>
                <p:cNvSpPr/>
                <p:nvPr>
                  <p:custDataLst>
                    <p:tags r:id="rId119"/>
                  </p:custDataLst>
                </p:nvPr>
              </p:nvSpPr>
              <p:spPr>
                <a:xfrm flipV="1">
                  <a:off x="5629153" y="1352223"/>
                  <a:ext cx="6731" cy="52730"/>
                </a:xfrm>
                <a:custGeom>
                  <a:avLst/>
                  <a:gdLst>
                    <a:gd name="connsiteX0" fmla="*/ 5825 w 6731"/>
                    <a:gd name="connsiteY0" fmla="*/ 47817 h 52730"/>
                    <a:gd name="connsiteX1" fmla="*/ -906 w 6731"/>
                    <a:gd name="connsiteY1" fmla="*/ 51716 h 52730"/>
                    <a:gd name="connsiteX2" fmla="*/ -906 w 6731"/>
                    <a:gd name="connsiteY2" fmla="*/ 2898 h 52730"/>
                    <a:gd name="connsiteX3" fmla="*/ 5825 w 6731"/>
                    <a:gd name="connsiteY3" fmla="*/ -1014 h 52730"/>
                    <a:gd name="connsiteX4" fmla="*/ 5825 w 6731"/>
                    <a:gd name="connsiteY4" fmla="*/ 47817 h 52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30">
                      <a:moveTo>
                        <a:pt x="5825" y="47817"/>
                      </a:moveTo>
                      <a:lnTo>
                        <a:pt x="-906" y="51716"/>
                      </a:lnTo>
                      <a:lnTo>
                        <a:pt x="-906" y="2898"/>
                      </a:lnTo>
                      <a:lnTo>
                        <a:pt x="5825" y="-1014"/>
                      </a:lnTo>
                      <a:lnTo>
                        <a:pt x="5825" y="47817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3" name="任意多边形: 形状 802"/>
                <p:cNvSpPr/>
                <p:nvPr>
                  <p:custDataLst>
                    <p:tags r:id="rId120"/>
                  </p:custDataLst>
                </p:nvPr>
              </p:nvSpPr>
              <p:spPr>
                <a:xfrm flipV="1">
                  <a:off x="5635884" y="1331713"/>
                  <a:ext cx="42252" cy="73240"/>
                </a:xfrm>
                <a:custGeom>
                  <a:avLst/>
                  <a:gdLst>
                    <a:gd name="connsiteX0" fmla="*/ -923 w 42252"/>
                    <a:gd name="connsiteY0" fmla="*/ -1023 h 73240"/>
                    <a:gd name="connsiteX1" fmla="*/ 41330 w 42252"/>
                    <a:gd name="connsiteY1" fmla="*/ 23399 h 73240"/>
                    <a:gd name="connsiteX2" fmla="*/ 41330 w 42252"/>
                    <a:gd name="connsiteY2" fmla="*/ 72218 h 73240"/>
                    <a:gd name="connsiteX3" fmla="*/ -923 w 42252"/>
                    <a:gd name="connsiteY3" fmla="*/ 47808 h 73240"/>
                    <a:gd name="connsiteX4" fmla="*/ -923 w 42252"/>
                    <a:gd name="connsiteY4" fmla="*/ -1023 h 73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40">
                      <a:moveTo>
                        <a:pt x="-923" y="-1023"/>
                      </a:moveTo>
                      <a:lnTo>
                        <a:pt x="41330" y="23399"/>
                      </a:lnTo>
                      <a:lnTo>
                        <a:pt x="41330" y="72218"/>
                      </a:lnTo>
                      <a:lnTo>
                        <a:pt x="-923" y="47808"/>
                      </a:lnTo>
                      <a:lnTo>
                        <a:pt x="-923" y="-1023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pic>
            <p:nvPicPr>
              <p:cNvPr id="770" name="图形 769" descr="区块链 纯色填充"/>
              <p:cNvPicPr>
                <a:picLocks noChangeAspect="1"/>
              </p:cNvPicPr>
              <p:nvPr>
                <p:custDataLst>
                  <p:tags r:id="rId121"/>
                </p:custDataLst>
              </p:nvPr>
            </p:nvPicPr>
            <p:blipFill>
              <a:blip r:embed="rId8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6"/>
                  </a:ext>
                </a:extLst>
              </a:blip>
              <a:stretch>
                <a:fillRect/>
              </a:stretch>
            </p:blipFill>
            <p:spPr>
              <a:xfrm>
                <a:off x="3228040" y="4980845"/>
                <a:ext cx="242871" cy="206708"/>
              </a:xfrm>
              <a:prstGeom prst="rect">
                <a:avLst/>
              </a:prstGeom>
              <a:effectLst>
                <a:glow rad="63500">
                  <a:schemeClr val="bg1"/>
                </a:glow>
              </a:effectLst>
            </p:spPr>
          </p:pic>
        </p:grpSp>
        <p:cxnSp>
          <p:nvCxnSpPr>
            <p:cNvPr id="768" name="直接连接符 767"/>
            <p:cNvCxnSpPr/>
            <p:nvPr>
              <p:custDataLst>
                <p:tags r:id="rId122"/>
              </p:custDataLst>
            </p:nvPr>
          </p:nvCxnSpPr>
          <p:spPr>
            <a:xfrm>
              <a:off x="3169173" y="5151949"/>
              <a:ext cx="0" cy="976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04" name="图片 803"/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96" y="3622319"/>
            <a:ext cx="403687" cy="403687"/>
          </a:xfrm>
          <a:prstGeom prst="rect">
            <a:avLst/>
          </a:prstGeom>
        </p:spPr>
      </p:pic>
      <p:cxnSp>
        <p:nvCxnSpPr>
          <p:cNvPr id="805" name="直接箭头连接符 804"/>
          <p:cNvCxnSpPr/>
          <p:nvPr>
            <p:custDataLst>
              <p:tags r:id="rId124"/>
            </p:custDataLst>
          </p:nvPr>
        </p:nvCxnSpPr>
        <p:spPr>
          <a:xfrm>
            <a:off x="5469230" y="3876181"/>
            <a:ext cx="1093535" cy="1"/>
          </a:xfrm>
          <a:prstGeom prst="straightConnector1">
            <a:avLst/>
          </a:prstGeom>
          <a:ln w="158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6" name="文本框 805"/>
          <p:cNvSpPr txBox="1"/>
          <p:nvPr>
            <p:custDataLst>
              <p:tags r:id="rId125"/>
            </p:custDataLst>
          </p:nvPr>
        </p:nvSpPr>
        <p:spPr>
          <a:xfrm>
            <a:off x="5627846" y="3661071"/>
            <a:ext cx="82717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物理层屏蔽</a:t>
            </a:r>
            <a:endParaRPr lang="zh-CN" altLang="en-US" sz="7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7" name="文本框 806"/>
          <p:cNvSpPr txBox="1"/>
          <p:nvPr>
            <p:custDataLst>
              <p:tags r:id="rId126"/>
            </p:custDataLst>
          </p:nvPr>
        </p:nvSpPr>
        <p:spPr>
          <a:xfrm flipH="1">
            <a:off x="5409108" y="4281059"/>
            <a:ext cx="8271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切换接入方式后成功接入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08" name="组合 807"/>
          <p:cNvGrpSpPr/>
          <p:nvPr/>
        </p:nvGrpSpPr>
        <p:grpSpPr>
          <a:xfrm>
            <a:off x="5696188" y="3398865"/>
            <a:ext cx="491405" cy="312772"/>
            <a:chOff x="6037810" y="2422965"/>
            <a:chExt cx="491405" cy="312772"/>
          </a:xfrm>
        </p:grpSpPr>
        <p:pic>
          <p:nvPicPr>
            <p:cNvPr id="809" name="图形 808"/>
            <p:cNvPicPr>
              <a:picLocks noChangeAspect="1"/>
            </p:cNvPicPr>
            <p:nvPr>
              <p:custDataLst>
                <p:tags r:id="rId12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179209" y="2520747"/>
              <a:ext cx="214990" cy="214990"/>
            </a:xfrm>
            <a:prstGeom prst="rect">
              <a:avLst/>
            </a:prstGeom>
          </p:spPr>
        </p:pic>
        <p:sp>
          <p:nvSpPr>
            <p:cNvPr id="810" name="文本框 809"/>
            <p:cNvSpPr txBox="1"/>
            <p:nvPr>
              <p:custDataLst>
                <p:tags r:id="rId128"/>
              </p:custDataLst>
            </p:nvPr>
          </p:nvSpPr>
          <p:spPr>
            <a:xfrm>
              <a:off x="6037810" y="2422965"/>
              <a:ext cx="49140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频点</a:t>
              </a:r>
              <a:r>
                <a:rPr lang="en-US" altLang="zh-CN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811" name="直接箭头连接符 810"/>
          <p:cNvCxnSpPr/>
          <p:nvPr>
            <p:custDataLst>
              <p:tags r:id="rId129"/>
            </p:custDataLst>
          </p:nvPr>
        </p:nvCxnSpPr>
        <p:spPr>
          <a:xfrm>
            <a:off x="5819036" y="5385509"/>
            <a:ext cx="4329" cy="476129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2" name="文本框 811"/>
          <p:cNvSpPr txBox="1"/>
          <p:nvPr>
            <p:custDataLst>
              <p:tags r:id="rId130"/>
            </p:custDataLst>
          </p:nvPr>
        </p:nvSpPr>
        <p:spPr>
          <a:xfrm>
            <a:off x="5865556" y="5513854"/>
            <a:ext cx="827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同步</a:t>
            </a:r>
            <a:r>
              <a:rPr lang="en-US" altLang="zh-CN" sz="700" dirty="0" err="1">
                <a:latin typeface="微软雅黑" panose="020B0503020204020204" charset="-122"/>
                <a:ea typeface="微软雅黑" panose="020B0503020204020204" charset="-122"/>
              </a:rPr>
              <a:t>WiFi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频点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接入失败记录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3" name="直接箭头连接符 812"/>
          <p:cNvCxnSpPr/>
          <p:nvPr>
            <p:custDataLst>
              <p:tags r:id="rId131"/>
            </p:custDataLst>
          </p:nvPr>
        </p:nvCxnSpPr>
        <p:spPr>
          <a:xfrm>
            <a:off x="7200155" y="5408800"/>
            <a:ext cx="0" cy="48752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4" name="文本框 813"/>
          <p:cNvSpPr txBox="1"/>
          <p:nvPr>
            <p:custDataLst>
              <p:tags r:id="rId132"/>
            </p:custDataLst>
          </p:nvPr>
        </p:nvSpPr>
        <p:spPr>
          <a:xfrm>
            <a:off x="7207020" y="5536365"/>
            <a:ext cx="98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查询到频点</a:t>
            </a:r>
            <a:r>
              <a:rPr lang="en-US" altLang="zh-CN" sz="7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失效，</a:t>
            </a:r>
            <a:endParaRPr lang="en-US" altLang="zh-CN" sz="7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跳频或切换接入模态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16" name="图形 815" descr="区块链 纯色填充"/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8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6852392" y="3880876"/>
            <a:ext cx="194666" cy="165681"/>
          </a:xfrm>
          <a:prstGeom prst="rect">
            <a:avLst/>
          </a:prstGeom>
          <a:effectLst/>
        </p:spPr>
      </p:pic>
      <p:grpSp>
        <p:nvGrpSpPr>
          <p:cNvPr id="817" name="组合 816"/>
          <p:cNvGrpSpPr/>
          <p:nvPr/>
        </p:nvGrpSpPr>
        <p:grpSpPr>
          <a:xfrm>
            <a:off x="6401297" y="3083573"/>
            <a:ext cx="772446" cy="1021701"/>
            <a:chOff x="5399050" y="2163749"/>
            <a:chExt cx="772446" cy="1021701"/>
          </a:xfrm>
        </p:grpSpPr>
        <p:pic>
          <p:nvPicPr>
            <p:cNvPr id="818" name="图片 817" descr="图片包含 前, 红酒, 黑暗, 对&#10;&#10;描述已自动生成"/>
            <p:cNvPicPr>
              <a:picLocks noChangeAspect="1"/>
            </p:cNvPicPr>
            <p:nvPr>
              <p:custDataLst>
                <p:tags r:id="rId134"/>
              </p:custDataLst>
            </p:nvPr>
          </p:nvPicPr>
          <p:blipFill rotWithShape="1">
            <a:blip r:embed="rId135" cstate="print">
              <a:extLst>
                <a:ext uri="{BEBA8EAE-BF5A-486C-A8C5-ECC9F3942E4B}">
                  <a14:imgProps xmlns:a14="http://schemas.microsoft.com/office/drawing/2010/main">
                    <a14:imgLayer r:embed="rId13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8"/>
            <a:stretch>
              <a:fillRect/>
            </a:stretch>
          </p:blipFill>
          <p:spPr>
            <a:xfrm>
              <a:off x="5399050" y="2277442"/>
              <a:ext cx="772446" cy="908008"/>
            </a:xfrm>
            <a:prstGeom prst="rect">
              <a:avLst/>
            </a:prstGeom>
          </p:spPr>
        </p:pic>
        <p:sp>
          <p:nvSpPr>
            <p:cNvPr id="819" name="文本框 818"/>
            <p:cNvSpPr txBox="1"/>
            <p:nvPr>
              <p:custDataLst>
                <p:tags r:id="rId137"/>
              </p:custDataLst>
            </p:nvPr>
          </p:nvSpPr>
          <p:spPr>
            <a:xfrm>
              <a:off x="5522741" y="2163749"/>
              <a:ext cx="491405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接入点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20" name="组合 819"/>
          <p:cNvGrpSpPr/>
          <p:nvPr/>
        </p:nvGrpSpPr>
        <p:grpSpPr>
          <a:xfrm>
            <a:off x="6576108" y="4655546"/>
            <a:ext cx="827171" cy="504040"/>
            <a:chOff x="944846" y="3607500"/>
            <a:chExt cx="827171" cy="504040"/>
          </a:xfrm>
        </p:grpSpPr>
        <p:sp>
          <p:nvSpPr>
            <p:cNvPr id="821" name="文本框 820"/>
            <p:cNvSpPr txBox="1"/>
            <p:nvPr>
              <p:custDataLst>
                <p:tags r:id="rId138"/>
              </p:custDataLst>
            </p:nvPr>
          </p:nvSpPr>
          <p:spPr>
            <a:xfrm flipH="1">
              <a:off x="944846" y="3911485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UAV-1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822" name="图片 821"/>
            <p:cNvPicPr>
              <a:picLocks noChangeAspect="1"/>
            </p:cNvPicPr>
            <p:nvPr>
              <p:custDataLst>
                <p:tags r:id="rId139"/>
              </p:custDataLst>
            </p:nvPr>
          </p:nvPicPr>
          <p:blipFill>
            <a:blip r:embed="rId2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86" y="3607500"/>
              <a:ext cx="488114" cy="345801"/>
            </a:xfrm>
            <a:prstGeom prst="rect">
              <a:avLst/>
            </a:prstGeom>
          </p:spPr>
        </p:pic>
      </p:grpSp>
      <p:grpSp>
        <p:nvGrpSpPr>
          <p:cNvPr id="823" name="组合 822"/>
          <p:cNvGrpSpPr/>
          <p:nvPr/>
        </p:nvGrpSpPr>
        <p:grpSpPr>
          <a:xfrm>
            <a:off x="7150439" y="4955487"/>
            <a:ext cx="827171" cy="482872"/>
            <a:chOff x="944846" y="3607500"/>
            <a:chExt cx="827171" cy="482872"/>
          </a:xfrm>
        </p:grpSpPr>
        <p:sp>
          <p:nvSpPr>
            <p:cNvPr id="824" name="文本框 823"/>
            <p:cNvSpPr txBox="1"/>
            <p:nvPr>
              <p:custDataLst>
                <p:tags r:id="rId140"/>
              </p:custDataLst>
            </p:nvPr>
          </p:nvSpPr>
          <p:spPr>
            <a:xfrm flipH="1">
              <a:off x="944846" y="3890317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UAV-2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825" name="图片 824"/>
            <p:cNvPicPr>
              <a:picLocks noChangeAspect="1"/>
            </p:cNvPicPr>
            <p:nvPr>
              <p:custDataLst>
                <p:tags r:id="rId141"/>
              </p:custDataLst>
            </p:nvPr>
          </p:nvPicPr>
          <p:blipFill>
            <a:blip r:embed="rId2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86" y="3607500"/>
              <a:ext cx="488114" cy="345801"/>
            </a:xfrm>
            <a:prstGeom prst="rect">
              <a:avLst/>
            </a:prstGeom>
          </p:spPr>
        </p:pic>
      </p:grpSp>
      <p:pic>
        <p:nvPicPr>
          <p:cNvPr id="826" name="图形 825"/>
          <p:cNvPicPr>
            <a:picLocks noChangeAspect="1"/>
          </p:cNvPicPr>
          <p:nvPr>
            <p:custDataLst>
              <p:tags r:id="rId142"/>
            </p:custDataLst>
          </p:nvPr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 rot="5400000">
            <a:off x="5125590" y="5039779"/>
            <a:ext cx="297371" cy="91499"/>
          </a:xfrm>
          <a:prstGeom prst="rect">
            <a:avLst/>
          </a:prstGeom>
        </p:spPr>
      </p:pic>
      <p:sp>
        <p:nvSpPr>
          <p:cNvPr id="827" name="文本框 826"/>
          <p:cNvSpPr txBox="1"/>
          <p:nvPr>
            <p:custDataLst>
              <p:tags r:id="rId145"/>
            </p:custDataLst>
          </p:nvPr>
        </p:nvSpPr>
        <p:spPr>
          <a:xfrm>
            <a:off x="4914032" y="4990478"/>
            <a:ext cx="488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>
                <a:latin typeface="微软雅黑" panose="020B0503020204020204" charset="-122"/>
                <a:ea typeface="微软雅黑" panose="020B0503020204020204" charset="-122"/>
              </a:rPr>
              <a:t>切换</a:t>
            </a:r>
            <a:endParaRPr lang="zh-CN" altLang="en-US" sz="7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8" name="组合 827"/>
          <p:cNvGrpSpPr/>
          <p:nvPr/>
        </p:nvGrpSpPr>
        <p:grpSpPr>
          <a:xfrm>
            <a:off x="5149245" y="5256790"/>
            <a:ext cx="391823" cy="282355"/>
            <a:chOff x="6294482" y="3355210"/>
            <a:chExt cx="285975" cy="210746"/>
          </a:xfrm>
        </p:grpSpPr>
        <p:pic>
          <p:nvPicPr>
            <p:cNvPr id="829" name="图形 828"/>
            <p:cNvPicPr>
              <a:picLocks noChangeAspect="1"/>
            </p:cNvPicPr>
            <p:nvPr>
              <p:custDataLst>
                <p:tags r:id="rId146"/>
              </p:custDataLst>
            </p:nvPr>
          </p:nvPicPr>
          <p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/>
            </a:stretch>
          </p:blipFill>
          <p:spPr>
            <a:xfrm>
              <a:off x="6428793" y="3414292"/>
              <a:ext cx="151664" cy="151664"/>
            </a:xfrm>
            <a:prstGeom prst="rect">
              <a:avLst/>
            </a:prstGeom>
          </p:spPr>
        </p:pic>
        <p:pic>
          <p:nvPicPr>
            <p:cNvPr id="830" name="图片 829"/>
            <p:cNvPicPr>
              <a:picLocks noChangeAspect="1"/>
            </p:cNvPicPr>
            <p:nvPr>
              <p:custDataLst>
                <p:tags r:id="rId149"/>
              </p:custDataLst>
            </p:nvPr>
          </p:nvPicPr>
          <p:blipFill>
            <a:blip r:embed="rId1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4482" y="3355210"/>
              <a:ext cx="185008" cy="185008"/>
            </a:xfrm>
            <a:prstGeom prst="rect">
              <a:avLst/>
            </a:prstGeom>
          </p:spPr>
        </p:pic>
      </p:grpSp>
      <p:grpSp>
        <p:nvGrpSpPr>
          <p:cNvPr id="831" name="组合 830"/>
          <p:cNvGrpSpPr/>
          <p:nvPr/>
        </p:nvGrpSpPr>
        <p:grpSpPr>
          <a:xfrm>
            <a:off x="5108987" y="4654924"/>
            <a:ext cx="387458" cy="305630"/>
            <a:chOff x="5669428" y="3337637"/>
            <a:chExt cx="277251" cy="214990"/>
          </a:xfrm>
        </p:grpSpPr>
        <p:pic>
          <p:nvPicPr>
            <p:cNvPr id="832" name="图形 831"/>
            <p:cNvPicPr>
              <a:picLocks noChangeAspect="1"/>
            </p:cNvPicPr>
            <p:nvPr>
              <p:custDataLst>
                <p:tags r:id="rId151"/>
              </p:custDataLst>
            </p:nvPr>
          </p:nvPicPr>
          <p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/>
            </a:stretch>
          </p:blipFill>
          <p:spPr>
            <a:xfrm flipV="1">
              <a:off x="5842112" y="3446939"/>
              <a:ext cx="104567" cy="104567"/>
            </a:xfrm>
            <a:prstGeom prst="rect">
              <a:avLst/>
            </a:prstGeom>
          </p:spPr>
        </p:pic>
        <p:pic>
          <p:nvPicPr>
            <p:cNvPr id="833" name="图形 832"/>
            <p:cNvPicPr>
              <a:picLocks noChangeAspect="1"/>
            </p:cNvPicPr>
            <p:nvPr>
              <p:custDataLst>
                <p:tags r:id="rId154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669428" y="3337637"/>
              <a:ext cx="214990" cy="214990"/>
            </a:xfrm>
            <a:prstGeom prst="rect">
              <a:avLst/>
            </a:prstGeom>
          </p:spPr>
        </p:pic>
      </p:grpSp>
      <p:sp>
        <p:nvSpPr>
          <p:cNvPr id="834" name="矩形: 圆角 833"/>
          <p:cNvSpPr/>
          <p:nvPr>
            <p:custDataLst>
              <p:tags r:id="rId155"/>
            </p:custDataLst>
          </p:nvPr>
        </p:nvSpPr>
        <p:spPr>
          <a:xfrm>
            <a:off x="5568233" y="4868217"/>
            <a:ext cx="524189" cy="503857"/>
          </a:xfrm>
          <a:prstGeom prst="roundRect">
            <a:avLst>
              <a:gd name="adj" fmla="val 8591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5" name="组合 834"/>
          <p:cNvGrpSpPr/>
          <p:nvPr/>
        </p:nvGrpSpPr>
        <p:grpSpPr>
          <a:xfrm>
            <a:off x="5401661" y="4858465"/>
            <a:ext cx="827171" cy="505749"/>
            <a:chOff x="3586261" y="2548570"/>
            <a:chExt cx="827171" cy="505749"/>
          </a:xfrm>
        </p:grpSpPr>
        <p:pic>
          <p:nvPicPr>
            <p:cNvPr id="836" name="图片 835"/>
            <p:cNvPicPr>
              <a:picLocks noChangeAspect="1"/>
            </p:cNvPicPr>
            <p:nvPr>
              <p:custDataLst>
                <p:tags r:id="rId156"/>
              </p:custDataLst>
            </p:nvPr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53" t="30919" r="38630" b="30359"/>
            <a:stretch>
              <a:fillRect/>
            </a:stretch>
          </p:blipFill>
          <p:spPr>
            <a:xfrm>
              <a:off x="3767859" y="2700102"/>
              <a:ext cx="507704" cy="354217"/>
            </a:xfrm>
            <a:prstGeom prst="rect">
              <a:avLst/>
            </a:prstGeom>
          </p:spPr>
        </p:pic>
        <p:sp>
          <p:nvSpPr>
            <p:cNvPr id="837" name="文本框 836"/>
            <p:cNvSpPr txBox="1"/>
            <p:nvPr>
              <p:custDataLst>
                <p:tags r:id="rId157"/>
              </p:custDataLst>
            </p:nvPr>
          </p:nvSpPr>
          <p:spPr>
            <a:xfrm flipH="1">
              <a:off x="3586261" y="2548570"/>
              <a:ext cx="82717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UAV-4</a:t>
              </a:r>
              <a:endParaRPr lang="zh-CN" altLang="en-US" sz="7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838" name="图形 837"/>
          <p:cNvPicPr>
            <a:picLocks noChangeAspect="1"/>
          </p:cNvPicPr>
          <p:nvPr>
            <p:custDataLst>
              <p:tags r:id="rId158"/>
            </p:custDataLst>
          </p:nvPr>
        </p:nvPicPr>
        <p:blipFill>
          <a:blip r:embed="rId15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 rot="18543032" flipH="1">
            <a:off x="7544807" y="3666304"/>
            <a:ext cx="204698" cy="1164496"/>
          </a:xfrm>
          <a:prstGeom prst="rect">
            <a:avLst/>
          </a:prstGeom>
        </p:spPr>
      </p:pic>
      <p:pic>
        <p:nvPicPr>
          <p:cNvPr id="839" name="图形 838"/>
          <p:cNvPicPr>
            <a:picLocks noChangeAspect="1"/>
          </p:cNvPicPr>
          <p:nvPr>
            <p:custDataLst>
              <p:tags r:id="rId161"/>
            </p:custDataLst>
          </p:nvPr>
        </p:nvPicPr>
        <p:blipFill>
          <a:blip r:embed="rId15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 rot="20123065" flipH="1">
            <a:off x="7212964" y="4016854"/>
            <a:ext cx="233781" cy="973122"/>
          </a:xfrm>
          <a:prstGeom prst="rect">
            <a:avLst/>
          </a:prstGeom>
        </p:spPr>
      </p:pic>
      <p:grpSp>
        <p:nvGrpSpPr>
          <p:cNvPr id="840" name="组合 839"/>
          <p:cNvGrpSpPr/>
          <p:nvPr/>
        </p:nvGrpSpPr>
        <p:grpSpPr>
          <a:xfrm>
            <a:off x="7214969" y="4190131"/>
            <a:ext cx="491405" cy="311149"/>
            <a:chOff x="5046353" y="2736445"/>
            <a:chExt cx="491405" cy="311149"/>
          </a:xfrm>
        </p:grpSpPr>
        <p:pic>
          <p:nvPicPr>
            <p:cNvPr id="841" name="图形 840"/>
            <p:cNvPicPr>
              <a:picLocks noChangeAspect="1"/>
            </p:cNvPicPr>
            <p:nvPr>
              <p:custDataLst>
                <p:tags r:id="rId16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186209" y="2832604"/>
              <a:ext cx="214990" cy="214990"/>
            </a:xfrm>
            <a:prstGeom prst="rect">
              <a:avLst/>
            </a:prstGeom>
          </p:spPr>
        </p:pic>
        <p:sp>
          <p:nvSpPr>
            <p:cNvPr id="842" name="文本框 841"/>
            <p:cNvSpPr txBox="1"/>
            <p:nvPr>
              <p:custDataLst>
                <p:tags r:id="rId163"/>
              </p:custDataLst>
            </p:nvPr>
          </p:nvSpPr>
          <p:spPr>
            <a:xfrm>
              <a:off x="5046353" y="2736445"/>
              <a:ext cx="49140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频点</a:t>
              </a:r>
              <a:r>
                <a:rPr lang="en-US" altLang="zh-CN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843" name="图形 842"/>
          <p:cNvPicPr>
            <a:picLocks noChangeAspect="1"/>
          </p:cNvPicPr>
          <p:nvPr>
            <p:custDataLst>
              <p:tags r:id="rId164"/>
            </p:custDataLst>
          </p:nvPr>
        </p:nvPicPr>
        <p:blipFill>
          <a:blip r:embed="rId15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 rot="20697236">
            <a:off x="6737895" y="4173182"/>
            <a:ext cx="226289" cy="488486"/>
          </a:xfrm>
          <a:prstGeom prst="rect">
            <a:avLst/>
          </a:prstGeom>
        </p:spPr>
      </p:pic>
      <p:pic>
        <p:nvPicPr>
          <p:cNvPr id="844" name="图片 843"/>
          <p:cNvPicPr>
            <a:picLocks noChangeAspect="1"/>
          </p:cNvPicPr>
          <p:nvPr>
            <p:custDataLst>
              <p:tags r:id="rId165"/>
            </p:custDataLst>
          </p:nvPr>
        </p:nvPicPr>
        <p:blipFill>
          <a:blip r:embed="rId1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623" y="4333092"/>
            <a:ext cx="185008" cy="185008"/>
          </a:xfrm>
          <a:prstGeom prst="rect">
            <a:avLst/>
          </a:prstGeom>
        </p:spPr>
      </p:pic>
      <p:grpSp>
        <p:nvGrpSpPr>
          <p:cNvPr id="845" name="组合 844"/>
          <p:cNvGrpSpPr/>
          <p:nvPr/>
        </p:nvGrpSpPr>
        <p:grpSpPr>
          <a:xfrm>
            <a:off x="7359739" y="3751618"/>
            <a:ext cx="491405" cy="311397"/>
            <a:chOff x="5148386" y="3027108"/>
            <a:chExt cx="491405" cy="311397"/>
          </a:xfrm>
        </p:grpSpPr>
        <p:pic>
          <p:nvPicPr>
            <p:cNvPr id="846" name="图形 845"/>
            <p:cNvPicPr>
              <a:picLocks noChangeAspect="1"/>
            </p:cNvPicPr>
            <p:nvPr>
              <p:custDataLst>
                <p:tags r:id="rId16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290844" y="3123515"/>
              <a:ext cx="214990" cy="214990"/>
            </a:xfrm>
            <a:prstGeom prst="rect">
              <a:avLst/>
            </a:prstGeom>
          </p:spPr>
        </p:pic>
        <p:sp>
          <p:nvSpPr>
            <p:cNvPr id="847" name="文本框 846"/>
            <p:cNvSpPr txBox="1"/>
            <p:nvPr>
              <p:custDataLst>
                <p:tags r:id="rId168"/>
              </p:custDataLst>
            </p:nvPr>
          </p:nvSpPr>
          <p:spPr>
            <a:xfrm>
              <a:off x="5148386" y="3027108"/>
              <a:ext cx="49140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频点</a:t>
              </a:r>
              <a:r>
                <a:rPr lang="en-US" altLang="zh-CN" sz="6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48" name="组合 847"/>
          <p:cNvGrpSpPr/>
          <p:nvPr/>
        </p:nvGrpSpPr>
        <p:grpSpPr>
          <a:xfrm>
            <a:off x="7699051" y="4609433"/>
            <a:ext cx="827171" cy="478639"/>
            <a:chOff x="8118410" y="3409532"/>
            <a:chExt cx="827171" cy="478639"/>
          </a:xfrm>
        </p:grpSpPr>
        <p:grpSp>
          <p:nvGrpSpPr>
            <p:cNvPr id="849" name="组合 848"/>
            <p:cNvGrpSpPr/>
            <p:nvPr/>
          </p:nvGrpSpPr>
          <p:grpSpPr>
            <a:xfrm>
              <a:off x="8118410" y="3409532"/>
              <a:ext cx="827171" cy="478639"/>
              <a:chOff x="944846" y="3607500"/>
              <a:chExt cx="827171" cy="478639"/>
            </a:xfrm>
          </p:grpSpPr>
          <p:sp>
            <p:nvSpPr>
              <p:cNvPr id="851" name="文本框 850"/>
              <p:cNvSpPr txBox="1"/>
              <p:nvPr>
                <p:custDataLst>
                  <p:tags r:id="rId169"/>
                </p:custDataLst>
              </p:nvPr>
            </p:nvSpPr>
            <p:spPr>
              <a:xfrm flipH="1">
                <a:off x="944846" y="3886084"/>
                <a:ext cx="827171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70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UAV-3</a:t>
                </a:r>
                <a:endParaRPr lang="zh-CN" altLang="en-US" sz="7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852" name="图片 851"/>
              <p:cNvPicPr>
                <a:picLocks noChangeAspect="1"/>
              </p:cNvPicPr>
              <p:nvPr>
                <p:custDataLst>
                  <p:tags r:id="rId170"/>
                </p:custDataLst>
              </p:nvPr>
            </p:nvPicPr>
            <p:blipFill>
              <a:blip r:embed="rId27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4686" y="3607500"/>
                <a:ext cx="488114" cy="345801"/>
              </a:xfrm>
              <a:prstGeom prst="rect">
                <a:avLst/>
              </a:prstGeom>
            </p:spPr>
          </p:pic>
        </p:grpSp>
        <p:pic>
          <p:nvPicPr>
            <p:cNvPr id="850" name="图形 849" descr="区块链 纯色填充"/>
            <p:cNvPicPr>
              <a:picLocks noChangeAspect="1"/>
            </p:cNvPicPr>
            <p:nvPr>
              <p:custDataLst>
                <p:tags r:id="rId171"/>
              </p:custDataLst>
            </p:nvPr>
          </p:nvPicPr>
          <p:blipFill>
            <a:blip r:embed="rId8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8576403" y="3560961"/>
              <a:ext cx="194666" cy="165681"/>
            </a:xfrm>
            <a:prstGeom prst="rect">
              <a:avLst/>
            </a:prstGeom>
            <a:effectLst/>
          </p:spPr>
        </p:pic>
      </p:grpSp>
      <p:pic>
        <p:nvPicPr>
          <p:cNvPr id="853" name="图形 852" descr="区块链 纯色填充"/>
          <p:cNvPicPr>
            <a:picLocks noChangeAspect="1"/>
          </p:cNvPicPr>
          <p:nvPr>
            <p:custDataLst>
              <p:tags r:id="rId172"/>
            </p:custDataLst>
          </p:nvPr>
        </p:nvPicPr>
        <p:blipFill>
          <a:blip r:embed="rId8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594429" y="5117410"/>
            <a:ext cx="194666" cy="165681"/>
          </a:xfrm>
          <a:prstGeom prst="rect">
            <a:avLst/>
          </a:prstGeom>
          <a:effectLst/>
        </p:spPr>
      </p:pic>
      <p:pic>
        <p:nvPicPr>
          <p:cNvPr id="854" name="图形 853" descr="区块链 纯色填充"/>
          <p:cNvPicPr>
            <a:picLocks noChangeAspect="1"/>
          </p:cNvPicPr>
          <p:nvPr>
            <p:custDataLst>
              <p:tags r:id="rId173"/>
            </p:custDataLst>
          </p:nvPr>
        </p:nvPicPr>
        <p:blipFill>
          <a:blip r:embed="rId8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031182" y="4824980"/>
            <a:ext cx="194666" cy="165681"/>
          </a:xfrm>
          <a:prstGeom prst="rect">
            <a:avLst/>
          </a:prstGeom>
          <a:effectLst/>
        </p:spPr>
      </p:pic>
      <p:pic>
        <p:nvPicPr>
          <p:cNvPr id="855" name="图形 854"/>
          <p:cNvPicPr>
            <a:picLocks noChangeAspect="1"/>
          </p:cNvPicPr>
          <p:nvPr>
            <p:custDataLst>
              <p:tags r:id="rId174"/>
            </p:custDataLst>
          </p:nvPr>
        </p:nvPicPr>
        <p:blipFill>
          <a:blip r:embed="rId17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 rot="2277754">
            <a:off x="6149752" y="3870551"/>
            <a:ext cx="199680" cy="1137231"/>
          </a:xfrm>
          <a:prstGeom prst="rect">
            <a:avLst/>
          </a:prstGeom>
        </p:spPr>
      </p:pic>
      <p:sp>
        <p:nvSpPr>
          <p:cNvPr id="856" name="矩形: 圆角 855"/>
          <p:cNvSpPr/>
          <p:nvPr>
            <p:custDataLst>
              <p:tags r:id="rId177"/>
            </p:custDataLst>
          </p:nvPr>
        </p:nvSpPr>
        <p:spPr>
          <a:xfrm>
            <a:off x="6629392" y="4575932"/>
            <a:ext cx="1833348" cy="848649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7" name="组合 856"/>
          <p:cNvGrpSpPr/>
          <p:nvPr/>
        </p:nvGrpSpPr>
        <p:grpSpPr>
          <a:xfrm>
            <a:off x="5129434" y="6292555"/>
            <a:ext cx="3180298" cy="286883"/>
            <a:chOff x="5588019" y="5094599"/>
            <a:chExt cx="3180298" cy="286883"/>
          </a:xfrm>
        </p:grpSpPr>
        <p:grpSp>
          <p:nvGrpSpPr>
            <p:cNvPr id="858" name="组合 857"/>
            <p:cNvGrpSpPr/>
            <p:nvPr/>
          </p:nvGrpSpPr>
          <p:grpSpPr>
            <a:xfrm>
              <a:off x="5588019" y="5094599"/>
              <a:ext cx="1826377" cy="281081"/>
              <a:chOff x="4971343" y="5048045"/>
              <a:chExt cx="1826377" cy="281081"/>
            </a:xfrm>
          </p:grpSpPr>
          <p:grpSp>
            <p:nvGrpSpPr>
              <p:cNvPr id="904" name="组合 903"/>
              <p:cNvGrpSpPr/>
              <p:nvPr/>
            </p:nvGrpSpPr>
            <p:grpSpPr>
              <a:xfrm flipH="1">
                <a:off x="5600401" y="5048045"/>
                <a:ext cx="400331" cy="227925"/>
                <a:chOff x="2708230" y="1266809"/>
                <a:chExt cx="994439" cy="635148"/>
              </a:xfrm>
            </p:grpSpPr>
            <p:grpSp>
              <p:nvGrpSpPr>
                <p:cNvPr id="968" name="组合 967"/>
                <p:cNvGrpSpPr/>
                <p:nvPr/>
              </p:nvGrpSpPr>
              <p:grpSpPr>
                <a:xfrm>
                  <a:off x="2708230" y="1266809"/>
                  <a:ext cx="633195" cy="635148"/>
                  <a:chOff x="2614613" y="1489076"/>
                  <a:chExt cx="250825" cy="244475"/>
                </a:xfrm>
              </p:grpSpPr>
              <p:sp>
                <p:nvSpPr>
                  <p:cNvPr id="970" name="Freeform 6"/>
                  <p:cNvSpPr/>
                  <p:nvPr>
                    <p:custDataLst>
                      <p:tags r:id="rId178"/>
                    </p:custDataLst>
                  </p:nvPr>
                </p:nvSpPr>
                <p:spPr bwMode="auto">
                  <a:xfrm>
                    <a:off x="2803525" y="1489076"/>
                    <a:ext cx="61913" cy="244475"/>
                  </a:xfrm>
                  <a:custGeom>
                    <a:avLst/>
                    <a:gdLst>
                      <a:gd name="T0" fmla="*/ 0 w 39"/>
                      <a:gd name="T1" fmla="*/ 39 h 154"/>
                      <a:gd name="T2" fmla="*/ 39 w 39"/>
                      <a:gd name="T3" fmla="*/ 0 h 154"/>
                      <a:gd name="T4" fmla="*/ 39 w 39"/>
                      <a:gd name="T5" fmla="*/ 115 h 154"/>
                      <a:gd name="T6" fmla="*/ 0 w 39"/>
                      <a:gd name="T7" fmla="*/ 154 h 154"/>
                      <a:gd name="T8" fmla="*/ 0 w 39"/>
                      <a:gd name="T9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154">
                        <a:moveTo>
                          <a:pt x="0" y="39"/>
                        </a:moveTo>
                        <a:lnTo>
                          <a:pt x="39" y="0"/>
                        </a:lnTo>
                        <a:lnTo>
                          <a:pt x="39" y="115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71" name="Freeform 7"/>
                  <p:cNvSpPr/>
                  <p:nvPr>
                    <p:custDataLst>
                      <p:tags r:id="rId179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38 w 158"/>
                      <a:gd name="T3" fmla="*/ 0 h 39"/>
                      <a:gd name="T4" fmla="*/ 158 w 158"/>
                      <a:gd name="T5" fmla="*/ 0 h 39"/>
                      <a:gd name="T6" fmla="*/ 119 w 158"/>
                      <a:gd name="T7" fmla="*/ 39 h 39"/>
                      <a:gd name="T8" fmla="*/ 0 w 158"/>
                      <a:gd name="T9" fmla="*/ 39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19" y="39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grpSp>
                <p:nvGrpSpPr>
                  <p:cNvPr id="972" name="组合 971"/>
                  <p:cNvGrpSpPr/>
                  <p:nvPr/>
                </p:nvGrpSpPr>
                <p:grpSpPr>
                  <a:xfrm>
                    <a:off x="2614613" y="1489076"/>
                    <a:ext cx="250825" cy="244475"/>
                    <a:chOff x="2614613" y="1489076"/>
                    <a:chExt cx="250825" cy="244475"/>
                  </a:xfrm>
                </p:grpSpPr>
                <p:sp>
                  <p:nvSpPr>
                    <p:cNvPr id="975" name="Rectangle 5"/>
                    <p:cNvSpPr>
                      <a:spLocks noChangeArrowheads="1"/>
                    </p:cNvSpPr>
                    <p:nvPr>
                      <p:custDataLst>
                        <p:tags r:id="rId180"/>
                      </p:custDataLst>
                    </p:nvPr>
                  </p:nvSpPr>
                  <p:spPr bwMode="auto">
                    <a:xfrm>
                      <a:off x="2614613" y="1550988"/>
                      <a:ext cx="188913" cy="182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  <p:sp>
                  <p:nvSpPr>
                    <p:cNvPr id="976" name="Freeform 8"/>
                    <p:cNvSpPr/>
                    <p:nvPr>
                      <p:custDataLst>
                        <p:tags r:id="rId181"/>
                      </p:custDataLst>
                    </p:nvPr>
                  </p:nvSpPr>
                  <p:spPr bwMode="auto">
                    <a:xfrm>
                      <a:off x="2614613" y="1489076"/>
                      <a:ext cx="250825" cy="244475"/>
                    </a:xfrm>
                    <a:custGeom>
                      <a:avLst/>
                      <a:gdLst>
                        <a:gd name="T0" fmla="*/ 0 w 158"/>
                        <a:gd name="T1" fmla="*/ 39 h 154"/>
                        <a:gd name="T2" fmla="*/ 38 w 158"/>
                        <a:gd name="T3" fmla="*/ 0 h 154"/>
                        <a:gd name="T4" fmla="*/ 158 w 158"/>
                        <a:gd name="T5" fmla="*/ 0 h 154"/>
                        <a:gd name="T6" fmla="*/ 158 w 158"/>
                        <a:gd name="T7" fmla="*/ 115 h 154"/>
                        <a:gd name="T8" fmla="*/ 119 w 158"/>
                        <a:gd name="T9" fmla="*/ 154 h 154"/>
                        <a:gd name="T10" fmla="*/ 0 w 158"/>
                        <a:gd name="T11" fmla="*/ 154 h 154"/>
                        <a:gd name="T12" fmla="*/ 0 w 158"/>
                        <a:gd name="T13" fmla="*/ 39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8" h="154">
                          <a:moveTo>
                            <a:pt x="0" y="39"/>
                          </a:moveTo>
                          <a:lnTo>
                            <a:pt x="38" y="0"/>
                          </a:lnTo>
                          <a:lnTo>
                            <a:pt x="158" y="0"/>
                          </a:lnTo>
                          <a:lnTo>
                            <a:pt x="158" y="115"/>
                          </a:lnTo>
                          <a:lnTo>
                            <a:pt x="119" y="154"/>
                          </a:lnTo>
                          <a:lnTo>
                            <a:pt x="0" y="154"/>
                          </a:lnTo>
                          <a:lnTo>
                            <a:pt x="0" y="39"/>
                          </a:lnTo>
                          <a:close/>
                        </a:path>
                      </a:pathLst>
                    </a:custGeom>
                    <a:noFill/>
                    <a:ln w="158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73" name="Freeform 9"/>
                  <p:cNvSpPr/>
                  <p:nvPr>
                    <p:custDataLst>
                      <p:tags r:id="rId182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119 w 158"/>
                      <a:gd name="T3" fmla="*/ 39 h 39"/>
                      <a:gd name="T4" fmla="*/ 158 w 158"/>
                      <a:gd name="T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119" y="39"/>
                        </a:lnTo>
                        <a:lnTo>
                          <a:pt x="158" y="0"/>
                        </a:lnTo>
                      </a:path>
                    </a:pathLst>
                  </a:cu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74" name="Line 10"/>
                  <p:cNvSpPr>
                    <a:spLocks noChangeShapeType="1"/>
                  </p:cNvSpPr>
                  <p:nvPr>
                    <p:custDataLst>
                      <p:tags r:id="rId183"/>
                    </p:custDataLst>
                  </p:nvPr>
                </p:nvSpPr>
                <p:spPr bwMode="auto">
                  <a:xfrm>
                    <a:off x="2803525" y="1550988"/>
                    <a:ext cx="0" cy="18256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cxnSp>
              <p:nvCxnSpPr>
                <p:cNvPr id="969" name="直接箭头连接符 968"/>
                <p:cNvCxnSpPr/>
                <p:nvPr>
                  <p:custDataLst>
                    <p:tags r:id="rId184"/>
                  </p:custDataLst>
                </p:nvPr>
              </p:nvCxnSpPr>
              <p:spPr>
                <a:xfrm flipH="1">
                  <a:off x="3249343" y="1631049"/>
                  <a:ext cx="45332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5" name="组合 904"/>
              <p:cNvGrpSpPr/>
              <p:nvPr/>
            </p:nvGrpSpPr>
            <p:grpSpPr>
              <a:xfrm flipH="1">
                <a:off x="5219892" y="5051638"/>
                <a:ext cx="400331" cy="227925"/>
                <a:chOff x="2708230" y="1266809"/>
                <a:chExt cx="994439" cy="635148"/>
              </a:xfrm>
            </p:grpSpPr>
            <p:grpSp>
              <p:nvGrpSpPr>
                <p:cNvPr id="959" name="组合 958"/>
                <p:cNvGrpSpPr/>
                <p:nvPr/>
              </p:nvGrpSpPr>
              <p:grpSpPr>
                <a:xfrm>
                  <a:off x="2708230" y="1266809"/>
                  <a:ext cx="633195" cy="635148"/>
                  <a:chOff x="2614613" y="1489076"/>
                  <a:chExt cx="250825" cy="244475"/>
                </a:xfrm>
              </p:grpSpPr>
              <p:sp>
                <p:nvSpPr>
                  <p:cNvPr id="961" name="Freeform 6"/>
                  <p:cNvSpPr/>
                  <p:nvPr>
                    <p:custDataLst>
                      <p:tags r:id="rId185"/>
                    </p:custDataLst>
                  </p:nvPr>
                </p:nvSpPr>
                <p:spPr bwMode="auto">
                  <a:xfrm>
                    <a:off x="2803525" y="1489076"/>
                    <a:ext cx="61913" cy="244475"/>
                  </a:xfrm>
                  <a:custGeom>
                    <a:avLst/>
                    <a:gdLst>
                      <a:gd name="T0" fmla="*/ 0 w 39"/>
                      <a:gd name="T1" fmla="*/ 39 h 154"/>
                      <a:gd name="T2" fmla="*/ 39 w 39"/>
                      <a:gd name="T3" fmla="*/ 0 h 154"/>
                      <a:gd name="T4" fmla="*/ 39 w 39"/>
                      <a:gd name="T5" fmla="*/ 115 h 154"/>
                      <a:gd name="T6" fmla="*/ 0 w 39"/>
                      <a:gd name="T7" fmla="*/ 154 h 154"/>
                      <a:gd name="T8" fmla="*/ 0 w 39"/>
                      <a:gd name="T9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154">
                        <a:moveTo>
                          <a:pt x="0" y="39"/>
                        </a:moveTo>
                        <a:lnTo>
                          <a:pt x="39" y="0"/>
                        </a:lnTo>
                        <a:lnTo>
                          <a:pt x="39" y="115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62" name="Freeform 7"/>
                  <p:cNvSpPr/>
                  <p:nvPr>
                    <p:custDataLst>
                      <p:tags r:id="rId186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38 w 158"/>
                      <a:gd name="T3" fmla="*/ 0 h 39"/>
                      <a:gd name="T4" fmla="*/ 158 w 158"/>
                      <a:gd name="T5" fmla="*/ 0 h 39"/>
                      <a:gd name="T6" fmla="*/ 119 w 158"/>
                      <a:gd name="T7" fmla="*/ 39 h 39"/>
                      <a:gd name="T8" fmla="*/ 0 w 158"/>
                      <a:gd name="T9" fmla="*/ 39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19" y="39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grpSp>
                <p:nvGrpSpPr>
                  <p:cNvPr id="963" name="组合 962"/>
                  <p:cNvGrpSpPr/>
                  <p:nvPr/>
                </p:nvGrpSpPr>
                <p:grpSpPr>
                  <a:xfrm>
                    <a:off x="2614613" y="1489076"/>
                    <a:ext cx="250825" cy="244475"/>
                    <a:chOff x="2614613" y="1489076"/>
                    <a:chExt cx="250825" cy="244475"/>
                  </a:xfrm>
                </p:grpSpPr>
                <p:sp>
                  <p:nvSpPr>
                    <p:cNvPr id="966" name="Rectangle 5"/>
                    <p:cNvSpPr>
                      <a:spLocks noChangeArrowheads="1"/>
                    </p:cNvSpPr>
                    <p:nvPr>
                      <p:custDataLst>
                        <p:tags r:id="rId187"/>
                      </p:custDataLst>
                    </p:nvPr>
                  </p:nvSpPr>
                  <p:spPr bwMode="auto">
                    <a:xfrm>
                      <a:off x="2614613" y="1550988"/>
                      <a:ext cx="188913" cy="182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  <p:sp>
                  <p:nvSpPr>
                    <p:cNvPr id="967" name="Freeform 8"/>
                    <p:cNvSpPr/>
                    <p:nvPr>
                      <p:custDataLst>
                        <p:tags r:id="rId188"/>
                      </p:custDataLst>
                    </p:nvPr>
                  </p:nvSpPr>
                  <p:spPr bwMode="auto">
                    <a:xfrm>
                      <a:off x="2614613" y="1489076"/>
                      <a:ext cx="250825" cy="244475"/>
                    </a:xfrm>
                    <a:custGeom>
                      <a:avLst/>
                      <a:gdLst>
                        <a:gd name="T0" fmla="*/ 0 w 158"/>
                        <a:gd name="T1" fmla="*/ 39 h 154"/>
                        <a:gd name="T2" fmla="*/ 38 w 158"/>
                        <a:gd name="T3" fmla="*/ 0 h 154"/>
                        <a:gd name="T4" fmla="*/ 158 w 158"/>
                        <a:gd name="T5" fmla="*/ 0 h 154"/>
                        <a:gd name="T6" fmla="*/ 158 w 158"/>
                        <a:gd name="T7" fmla="*/ 115 h 154"/>
                        <a:gd name="T8" fmla="*/ 119 w 158"/>
                        <a:gd name="T9" fmla="*/ 154 h 154"/>
                        <a:gd name="T10" fmla="*/ 0 w 158"/>
                        <a:gd name="T11" fmla="*/ 154 h 154"/>
                        <a:gd name="T12" fmla="*/ 0 w 158"/>
                        <a:gd name="T13" fmla="*/ 39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8" h="154">
                          <a:moveTo>
                            <a:pt x="0" y="39"/>
                          </a:moveTo>
                          <a:lnTo>
                            <a:pt x="38" y="0"/>
                          </a:lnTo>
                          <a:lnTo>
                            <a:pt x="158" y="0"/>
                          </a:lnTo>
                          <a:lnTo>
                            <a:pt x="158" y="115"/>
                          </a:lnTo>
                          <a:lnTo>
                            <a:pt x="119" y="154"/>
                          </a:lnTo>
                          <a:lnTo>
                            <a:pt x="0" y="154"/>
                          </a:lnTo>
                          <a:lnTo>
                            <a:pt x="0" y="39"/>
                          </a:lnTo>
                          <a:close/>
                        </a:path>
                      </a:pathLst>
                    </a:custGeom>
                    <a:noFill/>
                    <a:ln w="158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64" name="Freeform 9"/>
                  <p:cNvSpPr/>
                  <p:nvPr>
                    <p:custDataLst>
                      <p:tags r:id="rId189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119 w 158"/>
                      <a:gd name="T3" fmla="*/ 39 h 39"/>
                      <a:gd name="T4" fmla="*/ 158 w 158"/>
                      <a:gd name="T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119" y="39"/>
                        </a:lnTo>
                        <a:lnTo>
                          <a:pt x="158" y="0"/>
                        </a:lnTo>
                      </a:path>
                    </a:pathLst>
                  </a:cu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65" name="Line 10"/>
                  <p:cNvSpPr>
                    <a:spLocks noChangeShapeType="1"/>
                  </p:cNvSpPr>
                  <p:nvPr>
                    <p:custDataLst>
                      <p:tags r:id="rId190"/>
                    </p:custDataLst>
                  </p:nvPr>
                </p:nvSpPr>
                <p:spPr bwMode="auto">
                  <a:xfrm>
                    <a:off x="2803525" y="1550988"/>
                    <a:ext cx="0" cy="18256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cxnSp>
              <p:nvCxnSpPr>
                <p:cNvPr id="960" name="直接箭头连接符 959"/>
                <p:cNvCxnSpPr/>
                <p:nvPr>
                  <p:custDataLst>
                    <p:tags r:id="rId191"/>
                  </p:custDataLst>
                </p:nvPr>
              </p:nvCxnSpPr>
              <p:spPr>
                <a:xfrm flipH="1">
                  <a:off x="3249343" y="1631049"/>
                  <a:ext cx="45332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06" name="图形 80"/>
              <p:cNvPicPr>
                <a:picLocks noChangeAspect="1"/>
              </p:cNvPicPr>
              <p:nvPr>
                <p:custDataLst>
                  <p:tags r:id="rId192"/>
                </p:custDataLst>
              </p:nvPr>
            </p:nvPicPr>
            <p:blipFill>
              <a:blip r:embed="rId19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4"/>
                  </a:ext>
                </a:extLst>
              </a:blip>
              <a:stretch>
                <a:fillRect/>
              </a:stretch>
            </p:blipFill>
            <p:spPr>
              <a:xfrm flipH="1">
                <a:off x="5825763" y="5119715"/>
                <a:ext cx="159640" cy="142305"/>
              </a:xfrm>
              <a:prstGeom prst="rect">
                <a:avLst/>
              </a:prstGeom>
            </p:spPr>
          </p:pic>
          <p:pic>
            <p:nvPicPr>
              <p:cNvPr id="907" name="图形 81"/>
              <p:cNvPicPr>
                <a:picLocks noChangeAspect="1"/>
              </p:cNvPicPr>
              <p:nvPr>
                <p:custDataLst>
                  <p:tags r:id="rId195"/>
                </p:custDataLst>
              </p:nvPr>
            </p:nvPicPr>
            <p:blipFill>
              <a:blip r:embed="rId19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4"/>
                  </a:ext>
                </a:extLst>
              </a:blip>
              <a:stretch>
                <a:fillRect/>
              </a:stretch>
            </p:blipFill>
            <p:spPr>
              <a:xfrm flipH="1">
                <a:off x="5443644" y="5119716"/>
                <a:ext cx="159640" cy="142305"/>
              </a:xfrm>
              <a:prstGeom prst="rect">
                <a:avLst/>
              </a:prstGeom>
            </p:spPr>
          </p:pic>
          <p:grpSp>
            <p:nvGrpSpPr>
              <p:cNvPr id="908" name="组合 907"/>
              <p:cNvGrpSpPr/>
              <p:nvPr/>
            </p:nvGrpSpPr>
            <p:grpSpPr>
              <a:xfrm flipH="1">
                <a:off x="4971343" y="5051039"/>
                <a:ext cx="254905" cy="225549"/>
                <a:chOff x="2614613" y="1489076"/>
                <a:chExt cx="250825" cy="244475"/>
              </a:xfrm>
            </p:grpSpPr>
            <p:sp>
              <p:nvSpPr>
                <p:cNvPr id="952" name="Freeform 6"/>
                <p:cNvSpPr/>
                <p:nvPr>
                  <p:custDataLst>
                    <p:tags r:id="rId196"/>
                  </p:custDataLst>
                </p:nvPr>
              </p:nvSpPr>
              <p:spPr bwMode="auto">
                <a:xfrm>
                  <a:off x="2803525" y="1489076"/>
                  <a:ext cx="61913" cy="244475"/>
                </a:xfrm>
                <a:custGeom>
                  <a:avLst/>
                  <a:gdLst>
                    <a:gd name="T0" fmla="*/ 0 w 39"/>
                    <a:gd name="T1" fmla="*/ 39 h 154"/>
                    <a:gd name="T2" fmla="*/ 39 w 39"/>
                    <a:gd name="T3" fmla="*/ 0 h 154"/>
                    <a:gd name="T4" fmla="*/ 39 w 39"/>
                    <a:gd name="T5" fmla="*/ 115 h 154"/>
                    <a:gd name="T6" fmla="*/ 0 w 39"/>
                    <a:gd name="T7" fmla="*/ 154 h 154"/>
                    <a:gd name="T8" fmla="*/ 0 w 39"/>
                    <a:gd name="T9" fmla="*/ 39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154">
                      <a:moveTo>
                        <a:pt x="0" y="39"/>
                      </a:moveTo>
                      <a:lnTo>
                        <a:pt x="39" y="0"/>
                      </a:lnTo>
                      <a:lnTo>
                        <a:pt x="39" y="115"/>
                      </a:lnTo>
                      <a:lnTo>
                        <a:pt x="0" y="154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53" name="Freeform 7"/>
                <p:cNvSpPr/>
                <p:nvPr>
                  <p:custDataLst>
                    <p:tags r:id="rId197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38 w 158"/>
                    <a:gd name="T3" fmla="*/ 0 h 39"/>
                    <a:gd name="T4" fmla="*/ 158 w 158"/>
                    <a:gd name="T5" fmla="*/ 0 h 39"/>
                    <a:gd name="T6" fmla="*/ 119 w 158"/>
                    <a:gd name="T7" fmla="*/ 39 h 39"/>
                    <a:gd name="T8" fmla="*/ 0 w 158"/>
                    <a:gd name="T9" fmla="*/ 39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38" y="0"/>
                      </a:lnTo>
                      <a:lnTo>
                        <a:pt x="158" y="0"/>
                      </a:lnTo>
                      <a:lnTo>
                        <a:pt x="119" y="39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grpSp>
              <p:nvGrpSpPr>
                <p:cNvPr id="954" name="组合 953"/>
                <p:cNvGrpSpPr/>
                <p:nvPr/>
              </p:nvGrpSpPr>
              <p:grpSpPr>
                <a:xfrm>
                  <a:off x="2614613" y="1489076"/>
                  <a:ext cx="250825" cy="244475"/>
                  <a:chOff x="2614613" y="1489076"/>
                  <a:chExt cx="250825" cy="244475"/>
                </a:xfrm>
              </p:grpSpPr>
              <p:sp>
                <p:nvSpPr>
                  <p:cNvPr id="957" name="Rectangle 5"/>
                  <p:cNvSpPr>
                    <a:spLocks noChangeArrowheads="1"/>
                  </p:cNvSpPr>
                  <p:nvPr>
                    <p:custDataLst>
                      <p:tags r:id="rId198"/>
                    </p:custDataLst>
                  </p:nvPr>
                </p:nvSpPr>
                <p:spPr bwMode="auto">
                  <a:xfrm>
                    <a:off x="2614613" y="1550988"/>
                    <a:ext cx="188913" cy="1825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58" name="Freeform 8"/>
                  <p:cNvSpPr/>
                  <p:nvPr>
                    <p:custDataLst>
                      <p:tags r:id="rId199"/>
                    </p:custDataLst>
                  </p:nvPr>
                </p:nvSpPr>
                <p:spPr bwMode="auto">
                  <a:xfrm>
                    <a:off x="2614613" y="1489076"/>
                    <a:ext cx="250825" cy="244475"/>
                  </a:xfrm>
                  <a:custGeom>
                    <a:avLst/>
                    <a:gdLst>
                      <a:gd name="T0" fmla="*/ 0 w 158"/>
                      <a:gd name="T1" fmla="*/ 39 h 154"/>
                      <a:gd name="T2" fmla="*/ 38 w 158"/>
                      <a:gd name="T3" fmla="*/ 0 h 154"/>
                      <a:gd name="T4" fmla="*/ 158 w 158"/>
                      <a:gd name="T5" fmla="*/ 0 h 154"/>
                      <a:gd name="T6" fmla="*/ 158 w 158"/>
                      <a:gd name="T7" fmla="*/ 115 h 154"/>
                      <a:gd name="T8" fmla="*/ 119 w 158"/>
                      <a:gd name="T9" fmla="*/ 154 h 154"/>
                      <a:gd name="T10" fmla="*/ 0 w 158"/>
                      <a:gd name="T11" fmla="*/ 154 h 154"/>
                      <a:gd name="T12" fmla="*/ 0 w 158"/>
                      <a:gd name="T13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8" h="154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58" y="115"/>
                        </a:lnTo>
                        <a:lnTo>
                          <a:pt x="119" y="154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noFill/>
                  <a:ln w="15875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sp>
              <p:nvSpPr>
                <p:cNvPr id="955" name="Freeform 9"/>
                <p:cNvSpPr/>
                <p:nvPr>
                  <p:custDataLst>
                    <p:tags r:id="rId200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119 w 158"/>
                    <a:gd name="T3" fmla="*/ 39 h 39"/>
                    <a:gd name="T4" fmla="*/ 158 w 158"/>
                    <a:gd name="T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119" y="39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56" name="Line 10"/>
                <p:cNvSpPr>
                  <a:spLocks noChangeShapeType="1"/>
                </p:cNvSpPr>
                <p:nvPr>
                  <p:custDataLst>
                    <p:tags r:id="rId201"/>
                  </p:custDataLst>
                </p:nvPr>
              </p:nvSpPr>
              <p:spPr bwMode="auto">
                <a:xfrm>
                  <a:off x="2803525" y="1550988"/>
                  <a:ext cx="0" cy="18256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pic>
            <p:nvPicPr>
              <p:cNvPr id="909" name="图形 83"/>
              <p:cNvPicPr>
                <a:picLocks noChangeAspect="1"/>
              </p:cNvPicPr>
              <p:nvPr>
                <p:custDataLst>
                  <p:tags r:id="rId202"/>
                </p:custDataLst>
              </p:nvPr>
            </p:nvPicPr>
            <p:blipFill>
              <a:blip r:embed="rId19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4"/>
                  </a:ext>
                </a:extLst>
              </a:blip>
              <a:stretch>
                <a:fillRect/>
              </a:stretch>
            </p:blipFill>
            <p:spPr>
              <a:xfrm flipH="1">
                <a:off x="5049964" y="5111194"/>
                <a:ext cx="159640" cy="142305"/>
              </a:xfrm>
              <a:prstGeom prst="rect">
                <a:avLst/>
              </a:prstGeom>
            </p:spPr>
          </p:pic>
          <p:grpSp>
            <p:nvGrpSpPr>
              <p:cNvPr id="910" name="组合 909"/>
              <p:cNvGrpSpPr/>
              <p:nvPr/>
            </p:nvGrpSpPr>
            <p:grpSpPr>
              <a:xfrm flipH="1">
                <a:off x="5014315" y="5190325"/>
                <a:ext cx="115940" cy="129187"/>
                <a:chOff x="7610703" y="2174306"/>
                <a:chExt cx="433399" cy="409587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49" name="流程图: 文档 948"/>
                <p:cNvSpPr>
                  <a:spLocks noChangeAspect="1"/>
                </p:cNvSpPr>
                <p:nvPr>
                  <p:custDataLst>
                    <p:tags r:id="rId203"/>
                  </p:custDataLst>
                </p:nvPr>
              </p:nvSpPr>
              <p:spPr>
                <a:xfrm>
                  <a:off x="7610703" y="2174306"/>
                  <a:ext cx="433399" cy="389311"/>
                </a:xfrm>
                <a:prstGeom prst="flowChartDocumen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0" name="燕尾形 278"/>
                <p:cNvSpPr>
                  <a:spLocks noChangeAspect="1"/>
                </p:cNvSpPr>
                <p:nvPr>
                  <p:custDataLst>
                    <p:tags r:id="rId204"/>
                  </p:custDataLst>
                </p:nvPr>
              </p:nvSpPr>
              <p:spPr>
                <a:xfrm rot="16200000">
                  <a:off x="7877415" y="2471031"/>
                  <a:ext cx="154579" cy="71145"/>
                </a:xfrm>
                <a:prstGeom prst="chevron">
                  <a:avLst>
                    <a:gd name="adj" fmla="val 33199"/>
                  </a:avLst>
                </a:prstGeom>
                <a:solidFill>
                  <a:srgbClr val="EA8B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51" name="十角星 279"/>
                <p:cNvSpPr>
                  <a:spLocks noChangeAspect="1"/>
                </p:cNvSpPr>
                <p:nvPr>
                  <p:custDataLst>
                    <p:tags r:id="rId205"/>
                  </p:custDataLst>
                </p:nvPr>
              </p:nvSpPr>
              <p:spPr>
                <a:xfrm>
                  <a:off x="7892783" y="2371976"/>
                  <a:ext cx="123843" cy="123843"/>
                </a:xfrm>
                <a:prstGeom prst="star10">
                  <a:avLst>
                    <a:gd name="adj" fmla="val 32881"/>
                    <a:gd name="hf" fmla="val 105146"/>
                  </a:avLst>
                </a:prstGeom>
                <a:solidFill>
                  <a:srgbClr val="F5CC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grpSp>
            <p:nvGrpSpPr>
              <p:cNvPr id="911" name="组合 910"/>
              <p:cNvGrpSpPr/>
              <p:nvPr/>
            </p:nvGrpSpPr>
            <p:grpSpPr>
              <a:xfrm flipH="1">
                <a:off x="5789770" y="5193815"/>
                <a:ext cx="115940" cy="129187"/>
                <a:chOff x="7610703" y="2174306"/>
                <a:chExt cx="433399" cy="409587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46" name="流程图: 文档 945"/>
                <p:cNvSpPr>
                  <a:spLocks noChangeAspect="1"/>
                </p:cNvSpPr>
                <p:nvPr>
                  <p:custDataLst>
                    <p:tags r:id="rId206"/>
                  </p:custDataLst>
                </p:nvPr>
              </p:nvSpPr>
              <p:spPr>
                <a:xfrm>
                  <a:off x="7610703" y="2174306"/>
                  <a:ext cx="433399" cy="389311"/>
                </a:xfrm>
                <a:prstGeom prst="flowChartDocumen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7" name="燕尾形 278"/>
                <p:cNvSpPr>
                  <a:spLocks noChangeAspect="1"/>
                </p:cNvSpPr>
                <p:nvPr>
                  <p:custDataLst>
                    <p:tags r:id="rId207"/>
                  </p:custDataLst>
                </p:nvPr>
              </p:nvSpPr>
              <p:spPr>
                <a:xfrm rot="16200000">
                  <a:off x="7877415" y="2471031"/>
                  <a:ext cx="154579" cy="71145"/>
                </a:xfrm>
                <a:prstGeom prst="chevron">
                  <a:avLst>
                    <a:gd name="adj" fmla="val 33199"/>
                  </a:avLst>
                </a:prstGeom>
                <a:solidFill>
                  <a:srgbClr val="EA8B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48" name="十角星 279"/>
                <p:cNvSpPr>
                  <a:spLocks noChangeAspect="1"/>
                </p:cNvSpPr>
                <p:nvPr>
                  <p:custDataLst>
                    <p:tags r:id="rId208"/>
                  </p:custDataLst>
                </p:nvPr>
              </p:nvSpPr>
              <p:spPr>
                <a:xfrm>
                  <a:off x="7892783" y="2371976"/>
                  <a:ext cx="123843" cy="123843"/>
                </a:xfrm>
                <a:prstGeom prst="star10">
                  <a:avLst>
                    <a:gd name="adj" fmla="val 32881"/>
                    <a:gd name="hf" fmla="val 105146"/>
                  </a:avLst>
                </a:prstGeom>
                <a:solidFill>
                  <a:srgbClr val="F5CC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grpSp>
            <p:nvGrpSpPr>
              <p:cNvPr id="912" name="组合 911"/>
              <p:cNvGrpSpPr/>
              <p:nvPr/>
            </p:nvGrpSpPr>
            <p:grpSpPr>
              <a:xfrm flipH="1">
                <a:off x="5400190" y="5196323"/>
                <a:ext cx="115940" cy="129187"/>
                <a:chOff x="7610703" y="2174306"/>
                <a:chExt cx="433399" cy="409587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43" name="流程图: 文档 942"/>
                <p:cNvSpPr>
                  <a:spLocks noChangeAspect="1"/>
                </p:cNvSpPr>
                <p:nvPr>
                  <p:custDataLst>
                    <p:tags r:id="rId209"/>
                  </p:custDataLst>
                </p:nvPr>
              </p:nvSpPr>
              <p:spPr>
                <a:xfrm>
                  <a:off x="7610703" y="2174306"/>
                  <a:ext cx="433399" cy="389311"/>
                </a:xfrm>
                <a:prstGeom prst="flowChartDocumen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4" name="燕尾形 278"/>
                <p:cNvSpPr>
                  <a:spLocks noChangeAspect="1"/>
                </p:cNvSpPr>
                <p:nvPr>
                  <p:custDataLst>
                    <p:tags r:id="rId210"/>
                  </p:custDataLst>
                </p:nvPr>
              </p:nvSpPr>
              <p:spPr>
                <a:xfrm rot="16200000">
                  <a:off x="7877415" y="2471031"/>
                  <a:ext cx="154579" cy="71145"/>
                </a:xfrm>
                <a:prstGeom prst="chevron">
                  <a:avLst>
                    <a:gd name="adj" fmla="val 33199"/>
                  </a:avLst>
                </a:prstGeom>
                <a:solidFill>
                  <a:srgbClr val="EA8B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45" name="十角星 279"/>
                <p:cNvSpPr>
                  <a:spLocks noChangeAspect="1"/>
                </p:cNvSpPr>
                <p:nvPr>
                  <p:custDataLst>
                    <p:tags r:id="rId211"/>
                  </p:custDataLst>
                </p:nvPr>
              </p:nvSpPr>
              <p:spPr>
                <a:xfrm>
                  <a:off x="7892783" y="2371976"/>
                  <a:ext cx="123843" cy="123843"/>
                </a:xfrm>
                <a:prstGeom prst="star10">
                  <a:avLst>
                    <a:gd name="adj" fmla="val 32881"/>
                    <a:gd name="hf" fmla="val 105146"/>
                  </a:avLst>
                </a:prstGeom>
                <a:solidFill>
                  <a:srgbClr val="F5CC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grpSp>
            <p:nvGrpSpPr>
              <p:cNvPr id="913" name="组合 912"/>
              <p:cNvGrpSpPr/>
              <p:nvPr/>
            </p:nvGrpSpPr>
            <p:grpSpPr>
              <a:xfrm flipH="1">
                <a:off x="6397389" y="5055254"/>
                <a:ext cx="400331" cy="227925"/>
                <a:chOff x="2708230" y="1266809"/>
                <a:chExt cx="994439" cy="635148"/>
              </a:xfrm>
            </p:grpSpPr>
            <p:grpSp>
              <p:nvGrpSpPr>
                <p:cNvPr id="934" name="组合 933"/>
                <p:cNvGrpSpPr/>
                <p:nvPr/>
              </p:nvGrpSpPr>
              <p:grpSpPr>
                <a:xfrm>
                  <a:off x="2708230" y="1266809"/>
                  <a:ext cx="633195" cy="635148"/>
                  <a:chOff x="2614613" y="1489076"/>
                  <a:chExt cx="250825" cy="244475"/>
                </a:xfrm>
              </p:grpSpPr>
              <p:sp>
                <p:nvSpPr>
                  <p:cNvPr id="936" name="Freeform 6"/>
                  <p:cNvSpPr/>
                  <p:nvPr>
                    <p:custDataLst>
                      <p:tags r:id="rId212"/>
                    </p:custDataLst>
                  </p:nvPr>
                </p:nvSpPr>
                <p:spPr bwMode="auto">
                  <a:xfrm>
                    <a:off x="2803525" y="1489076"/>
                    <a:ext cx="61913" cy="244475"/>
                  </a:xfrm>
                  <a:custGeom>
                    <a:avLst/>
                    <a:gdLst>
                      <a:gd name="T0" fmla="*/ 0 w 39"/>
                      <a:gd name="T1" fmla="*/ 39 h 154"/>
                      <a:gd name="T2" fmla="*/ 39 w 39"/>
                      <a:gd name="T3" fmla="*/ 0 h 154"/>
                      <a:gd name="T4" fmla="*/ 39 w 39"/>
                      <a:gd name="T5" fmla="*/ 115 h 154"/>
                      <a:gd name="T6" fmla="*/ 0 w 39"/>
                      <a:gd name="T7" fmla="*/ 154 h 154"/>
                      <a:gd name="T8" fmla="*/ 0 w 39"/>
                      <a:gd name="T9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154">
                        <a:moveTo>
                          <a:pt x="0" y="39"/>
                        </a:moveTo>
                        <a:lnTo>
                          <a:pt x="39" y="0"/>
                        </a:lnTo>
                        <a:lnTo>
                          <a:pt x="39" y="115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37" name="Freeform 7"/>
                  <p:cNvSpPr/>
                  <p:nvPr>
                    <p:custDataLst>
                      <p:tags r:id="rId213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38 w 158"/>
                      <a:gd name="T3" fmla="*/ 0 h 39"/>
                      <a:gd name="T4" fmla="*/ 158 w 158"/>
                      <a:gd name="T5" fmla="*/ 0 h 39"/>
                      <a:gd name="T6" fmla="*/ 119 w 158"/>
                      <a:gd name="T7" fmla="*/ 39 h 39"/>
                      <a:gd name="T8" fmla="*/ 0 w 158"/>
                      <a:gd name="T9" fmla="*/ 39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19" y="39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grpSp>
                <p:nvGrpSpPr>
                  <p:cNvPr id="938" name="组合 937"/>
                  <p:cNvGrpSpPr/>
                  <p:nvPr/>
                </p:nvGrpSpPr>
                <p:grpSpPr>
                  <a:xfrm>
                    <a:off x="2614613" y="1489076"/>
                    <a:ext cx="250825" cy="244475"/>
                    <a:chOff x="2614613" y="1489076"/>
                    <a:chExt cx="250825" cy="244475"/>
                  </a:xfrm>
                </p:grpSpPr>
                <p:sp>
                  <p:nvSpPr>
                    <p:cNvPr id="941" name="Rectangle 5"/>
                    <p:cNvSpPr>
                      <a:spLocks noChangeArrowheads="1"/>
                    </p:cNvSpPr>
                    <p:nvPr>
                      <p:custDataLst>
                        <p:tags r:id="rId214"/>
                      </p:custDataLst>
                    </p:nvPr>
                  </p:nvSpPr>
                  <p:spPr bwMode="auto">
                    <a:xfrm>
                      <a:off x="2614613" y="1550988"/>
                      <a:ext cx="188913" cy="182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  <p:sp>
                  <p:nvSpPr>
                    <p:cNvPr id="942" name="Freeform 8"/>
                    <p:cNvSpPr/>
                    <p:nvPr>
                      <p:custDataLst>
                        <p:tags r:id="rId215"/>
                      </p:custDataLst>
                    </p:nvPr>
                  </p:nvSpPr>
                  <p:spPr bwMode="auto">
                    <a:xfrm>
                      <a:off x="2614613" y="1489076"/>
                      <a:ext cx="250825" cy="244475"/>
                    </a:xfrm>
                    <a:custGeom>
                      <a:avLst/>
                      <a:gdLst>
                        <a:gd name="T0" fmla="*/ 0 w 158"/>
                        <a:gd name="T1" fmla="*/ 39 h 154"/>
                        <a:gd name="T2" fmla="*/ 38 w 158"/>
                        <a:gd name="T3" fmla="*/ 0 h 154"/>
                        <a:gd name="T4" fmla="*/ 158 w 158"/>
                        <a:gd name="T5" fmla="*/ 0 h 154"/>
                        <a:gd name="T6" fmla="*/ 158 w 158"/>
                        <a:gd name="T7" fmla="*/ 115 h 154"/>
                        <a:gd name="T8" fmla="*/ 119 w 158"/>
                        <a:gd name="T9" fmla="*/ 154 h 154"/>
                        <a:gd name="T10" fmla="*/ 0 w 158"/>
                        <a:gd name="T11" fmla="*/ 154 h 154"/>
                        <a:gd name="T12" fmla="*/ 0 w 158"/>
                        <a:gd name="T13" fmla="*/ 39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8" h="154">
                          <a:moveTo>
                            <a:pt x="0" y="39"/>
                          </a:moveTo>
                          <a:lnTo>
                            <a:pt x="38" y="0"/>
                          </a:lnTo>
                          <a:lnTo>
                            <a:pt x="158" y="0"/>
                          </a:lnTo>
                          <a:lnTo>
                            <a:pt x="158" y="115"/>
                          </a:lnTo>
                          <a:lnTo>
                            <a:pt x="119" y="154"/>
                          </a:lnTo>
                          <a:lnTo>
                            <a:pt x="0" y="154"/>
                          </a:lnTo>
                          <a:lnTo>
                            <a:pt x="0" y="39"/>
                          </a:lnTo>
                          <a:close/>
                        </a:path>
                      </a:pathLst>
                    </a:custGeom>
                    <a:noFill/>
                    <a:ln w="158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39" name="Freeform 9"/>
                  <p:cNvSpPr/>
                  <p:nvPr>
                    <p:custDataLst>
                      <p:tags r:id="rId216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119 w 158"/>
                      <a:gd name="T3" fmla="*/ 39 h 39"/>
                      <a:gd name="T4" fmla="*/ 158 w 158"/>
                      <a:gd name="T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119" y="39"/>
                        </a:lnTo>
                        <a:lnTo>
                          <a:pt x="158" y="0"/>
                        </a:lnTo>
                      </a:path>
                    </a:pathLst>
                  </a:cu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40" name="Line 10"/>
                  <p:cNvSpPr>
                    <a:spLocks noChangeShapeType="1"/>
                  </p:cNvSpPr>
                  <p:nvPr>
                    <p:custDataLst>
                      <p:tags r:id="rId217"/>
                    </p:custDataLst>
                  </p:nvPr>
                </p:nvSpPr>
                <p:spPr bwMode="auto">
                  <a:xfrm>
                    <a:off x="2803525" y="1550988"/>
                    <a:ext cx="0" cy="18256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cxnSp>
              <p:nvCxnSpPr>
                <p:cNvPr id="935" name="直接箭头连接符 934"/>
                <p:cNvCxnSpPr/>
                <p:nvPr>
                  <p:custDataLst>
                    <p:tags r:id="rId218"/>
                  </p:custDataLst>
                </p:nvPr>
              </p:nvCxnSpPr>
              <p:spPr>
                <a:xfrm flipH="1">
                  <a:off x="3249343" y="1631049"/>
                  <a:ext cx="45332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14" name="图形 81"/>
              <p:cNvPicPr>
                <a:picLocks noChangeAspect="1"/>
              </p:cNvPicPr>
              <p:nvPr>
                <p:custDataLst>
                  <p:tags r:id="rId219"/>
                </p:custDataLst>
              </p:nvPr>
            </p:nvPicPr>
            <p:blipFill>
              <a:blip r:embed="rId19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4"/>
                  </a:ext>
                </a:extLst>
              </a:blip>
              <a:stretch>
                <a:fillRect/>
              </a:stretch>
            </p:blipFill>
            <p:spPr>
              <a:xfrm flipH="1">
                <a:off x="6621140" y="5123332"/>
                <a:ext cx="159640" cy="142305"/>
              </a:xfrm>
              <a:prstGeom prst="rect">
                <a:avLst/>
              </a:prstGeom>
            </p:spPr>
          </p:pic>
          <p:grpSp>
            <p:nvGrpSpPr>
              <p:cNvPr id="915" name="组合 914"/>
              <p:cNvGrpSpPr/>
              <p:nvPr/>
            </p:nvGrpSpPr>
            <p:grpSpPr>
              <a:xfrm flipH="1">
                <a:off x="6003413" y="5054656"/>
                <a:ext cx="400331" cy="225549"/>
                <a:chOff x="2708230" y="1266809"/>
                <a:chExt cx="994439" cy="635148"/>
              </a:xfrm>
            </p:grpSpPr>
            <p:grpSp>
              <p:nvGrpSpPr>
                <p:cNvPr id="925" name="组合 924"/>
                <p:cNvGrpSpPr/>
                <p:nvPr/>
              </p:nvGrpSpPr>
              <p:grpSpPr>
                <a:xfrm>
                  <a:off x="2708230" y="1266809"/>
                  <a:ext cx="633195" cy="635148"/>
                  <a:chOff x="2614613" y="1489076"/>
                  <a:chExt cx="250825" cy="244475"/>
                </a:xfrm>
              </p:grpSpPr>
              <p:sp>
                <p:nvSpPr>
                  <p:cNvPr id="927" name="Freeform 6"/>
                  <p:cNvSpPr/>
                  <p:nvPr>
                    <p:custDataLst>
                      <p:tags r:id="rId220"/>
                    </p:custDataLst>
                  </p:nvPr>
                </p:nvSpPr>
                <p:spPr bwMode="auto">
                  <a:xfrm>
                    <a:off x="2803525" y="1489076"/>
                    <a:ext cx="61913" cy="244475"/>
                  </a:xfrm>
                  <a:custGeom>
                    <a:avLst/>
                    <a:gdLst>
                      <a:gd name="T0" fmla="*/ 0 w 39"/>
                      <a:gd name="T1" fmla="*/ 39 h 154"/>
                      <a:gd name="T2" fmla="*/ 39 w 39"/>
                      <a:gd name="T3" fmla="*/ 0 h 154"/>
                      <a:gd name="T4" fmla="*/ 39 w 39"/>
                      <a:gd name="T5" fmla="*/ 115 h 154"/>
                      <a:gd name="T6" fmla="*/ 0 w 39"/>
                      <a:gd name="T7" fmla="*/ 154 h 154"/>
                      <a:gd name="T8" fmla="*/ 0 w 39"/>
                      <a:gd name="T9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154">
                        <a:moveTo>
                          <a:pt x="0" y="39"/>
                        </a:moveTo>
                        <a:lnTo>
                          <a:pt x="39" y="0"/>
                        </a:lnTo>
                        <a:lnTo>
                          <a:pt x="39" y="115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28" name="Freeform 7"/>
                  <p:cNvSpPr/>
                  <p:nvPr>
                    <p:custDataLst>
                      <p:tags r:id="rId221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38 w 158"/>
                      <a:gd name="T3" fmla="*/ 0 h 39"/>
                      <a:gd name="T4" fmla="*/ 158 w 158"/>
                      <a:gd name="T5" fmla="*/ 0 h 39"/>
                      <a:gd name="T6" fmla="*/ 119 w 158"/>
                      <a:gd name="T7" fmla="*/ 39 h 39"/>
                      <a:gd name="T8" fmla="*/ 0 w 158"/>
                      <a:gd name="T9" fmla="*/ 39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19" y="39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grpSp>
                <p:nvGrpSpPr>
                  <p:cNvPr id="929" name="组合 928"/>
                  <p:cNvGrpSpPr/>
                  <p:nvPr/>
                </p:nvGrpSpPr>
                <p:grpSpPr>
                  <a:xfrm>
                    <a:off x="2614613" y="1489076"/>
                    <a:ext cx="250825" cy="244475"/>
                    <a:chOff x="2614613" y="1489076"/>
                    <a:chExt cx="250825" cy="244475"/>
                  </a:xfrm>
                </p:grpSpPr>
                <p:sp>
                  <p:nvSpPr>
                    <p:cNvPr id="932" name="Rectangle 5"/>
                    <p:cNvSpPr>
                      <a:spLocks noChangeArrowheads="1"/>
                    </p:cNvSpPr>
                    <p:nvPr>
                      <p:custDataLst>
                        <p:tags r:id="rId222"/>
                      </p:custDataLst>
                    </p:nvPr>
                  </p:nvSpPr>
                  <p:spPr bwMode="auto">
                    <a:xfrm>
                      <a:off x="2614613" y="1550988"/>
                      <a:ext cx="188913" cy="18256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  <p:sp>
                  <p:nvSpPr>
                    <p:cNvPr id="933" name="Freeform 8"/>
                    <p:cNvSpPr/>
                    <p:nvPr>
                      <p:custDataLst>
                        <p:tags r:id="rId223"/>
                      </p:custDataLst>
                    </p:nvPr>
                  </p:nvSpPr>
                  <p:spPr bwMode="auto">
                    <a:xfrm>
                      <a:off x="2614613" y="1489076"/>
                      <a:ext cx="250825" cy="244475"/>
                    </a:xfrm>
                    <a:custGeom>
                      <a:avLst/>
                      <a:gdLst>
                        <a:gd name="T0" fmla="*/ 0 w 158"/>
                        <a:gd name="T1" fmla="*/ 39 h 154"/>
                        <a:gd name="T2" fmla="*/ 38 w 158"/>
                        <a:gd name="T3" fmla="*/ 0 h 154"/>
                        <a:gd name="T4" fmla="*/ 158 w 158"/>
                        <a:gd name="T5" fmla="*/ 0 h 154"/>
                        <a:gd name="T6" fmla="*/ 158 w 158"/>
                        <a:gd name="T7" fmla="*/ 115 h 154"/>
                        <a:gd name="T8" fmla="*/ 119 w 158"/>
                        <a:gd name="T9" fmla="*/ 154 h 154"/>
                        <a:gd name="T10" fmla="*/ 0 w 158"/>
                        <a:gd name="T11" fmla="*/ 154 h 154"/>
                        <a:gd name="T12" fmla="*/ 0 w 158"/>
                        <a:gd name="T13" fmla="*/ 39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8" h="154">
                          <a:moveTo>
                            <a:pt x="0" y="39"/>
                          </a:moveTo>
                          <a:lnTo>
                            <a:pt x="38" y="0"/>
                          </a:lnTo>
                          <a:lnTo>
                            <a:pt x="158" y="0"/>
                          </a:lnTo>
                          <a:lnTo>
                            <a:pt x="158" y="115"/>
                          </a:lnTo>
                          <a:lnTo>
                            <a:pt x="119" y="154"/>
                          </a:lnTo>
                          <a:lnTo>
                            <a:pt x="0" y="154"/>
                          </a:lnTo>
                          <a:lnTo>
                            <a:pt x="0" y="39"/>
                          </a:lnTo>
                          <a:close/>
                        </a:path>
                      </a:pathLst>
                    </a:custGeom>
                    <a:noFill/>
                    <a:ln w="158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19" rIns="91440" bIns="45719" numCol="1" anchor="t" anchorCtr="0" compatLnSpc="1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30" name="Freeform 9"/>
                  <p:cNvSpPr/>
                  <p:nvPr>
                    <p:custDataLst>
                      <p:tags r:id="rId224"/>
                    </p:custDataLst>
                  </p:nvPr>
                </p:nvSpPr>
                <p:spPr bwMode="auto">
                  <a:xfrm>
                    <a:off x="2614613" y="1489076"/>
                    <a:ext cx="250825" cy="61913"/>
                  </a:xfrm>
                  <a:custGeom>
                    <a:avLst/>
                    <a:gdLst>
                      <a:gd name="T0" fmla="*/ 0 w 158"/>
                      <a:gd name="T1" fmla="*/ 39 h 39"/>
                      <a:gd name="T2" fmla="*/ 119 w 158"/>
                      <a:gd name="T3" fmla="*/ 39 h 39"/>
                      <a:gd name="T4" fmla="*/ 158 w 158"/>
                      <a:gd name="T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8" h="39">
                        <a:moveTo>
                          <a:pt x="0" y="39"/>
                        </a:moveTo>
                        <a:lnTo>
                          <a:pt x="119" y="39"/>
                        </a:lnTo>
                        <a:lnTo>
                          <a:pt x="158" y="0"/>
                        </a:lnTo>
                      </a:path>
                    </a:pathLst>
                  </a:cu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31" name="Line 10"/>
                  <p:cNvSpPr>
                    <a:spLocks noChangeShapeType="1"/>
                  </p:cNvSpPr>
                  <p:nvPr>
                    <p:custDataLst>
                      <p:tags r:id="rId225"/>
                    </p:custDataLst>
                  </p:nvPr>
                </p:nvSpPr>
                <p:spPr bwMode="auto">
                  <a:xfrm>
                    <a:off x="2803525" y="1550988"/>
                    <a:ext cx="0" cy="18256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cxnSp>
              <p:nvCxnSpPr>
                <p:cNvPr id="926" name="直接箭头连接符 925"/>
                <p:cNvCxnSpPr/>
                <p:nvPr>
                  <p:custDataLst>
                    <p:tags r:id="rId226"/>
                  </p:custDataLst>
                </p:nvPr>
              </p:nvCxnSpPr>
              <p:spPr>
                <a:xfrm flipH="1">
                  <a:off x="3249343" y="1631049"/>
                  <a:ext cx="45332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16" name="图形 83"/>
              <p:cNvPicPr>
                <a:picLocks noChangeAspect="1"/>
              </p:cNvPicPr>
              <p:nvPr>
                <p:custDataLst>
                  <p:tags r:id="rId227"/>
                </p:custDataLst>
              </p:nvPr>
            </p:nvPicPr>
            <p:blipFill>
              <a:blip r:embed="rId19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4"/>
                  </a:ext>
                </a:extLst>
              </a:blip>
              <a:stretch>
                <a:fillRect/>
              </a:stretch>
            </p:blipFill>
            <p:spPr>
              <a:xfrm flipH="1">
                <a:off x="6227461" y="5114811"/>
                <a:ext cx="159640" cy="142305"/>
              </a:xfrm>
              <a:prstGeom prst="rect">
                <a:avLst/>
              </a:prstGeom>
            </p:spPr>
          </p:pic>
          <p:grpSp>
            <p:nvGrpSpPr>
              <p:cNvPr id="917" name="组合 916"/>
              <p:cNvGrpSpPr/>
              <p:nvPr/>
            </p:nvGrpSpPr>
            <p:grpSpPr>
              <a:xfrm flipH="1">
                <a:off x="6191811" y="5193941"/>
                <a:ext cx="115940" cy="129187"/>
                <a:chOff x="7610703" y="2174306"/>
                <a:chExt cx="433399" cy="409587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22" name="流程图: 文档 921"/>
                <p:cNvSpPr>
                  <a:spLocks noChangeAspect="1"/>
                </p:cNvSpPr>
                <p:nvPr>
                  <p:custDataLst>
                    <p:tags r:id="rId228"/>
                  </p:custDataLst>
                </p:nvPr>
              </p:nvSpPr>
              <p:spPr>
                <a:xfrm>
                  <a:off x="7610703" y="2174306"/>
                  <a:ext cx="433399" cy="389311"/>
                </a:xfrm>
                <a:prstGeom prst="flowChartDocumen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3" name="燕尾形 278"/>
                <p:cNvSpPr>
                  <a:spLocks noChangeAspect="1"/>
                </p:cNvSpPr>
                <p:nvPr>
                  <p:custDataLst>
                    <p:tags r:id="rId229"/>
                  </p:custDataLst>
                </p:nvPr>
              </p:nvSpPr>
              <p:spPr>
                <a:xfrm rot="16200000">
                  <a:off x="7877415" y="2471031"/>
                  <a:ext cx="154579" cy="71145"/>
                </a:xfrm>
                <a:prstGeom prst="chevron">
                  <a:avLst>
                    <a:gd name="adj" fmla="val 33199"/>
                  </a:avLst>
                </a:prstGeom>
                <a:solidFill>
                  <a:srgbClr val="EA8B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24" name="十角星 279"/>
                <p:cNvSpPr>
                  <a:spLocks noChangeAspect="1"/>
                </p:cNvSpPr>
                <p:nvPr>
                  <p:custDataLst>
                    <p:tags r:id="rId230"/>
                  </p:custDataLst>
                </p:nvPr>
              </p:nvSpPr>
              <p:spPr>
                <a:xfrm>
                  <a:off x="7892783" y="2371976"/>
                  <a:ext cx="123843" cy="123843"/>
                </a:xfrm>
                <a:prstGeom prst="star10">
                  <a:avLst>
                    <a:gd name="adj" fmla="val 32881"/>
                    <a:gd name="hf" fmla="val 105146"/>
                  </a:avLst>
                </a:prstGeom>
                <a:solidFill>
                  <a:srgbClr val="F5CC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grpSp>
            <p:nvGrpSpPr>
              <p:cNvPr id="918" name="组合 917"/>
              <p:cNvGrpSpPr/>
              <p:nvPr/>
            </p:nvGrpSpPr>
            <p:grpSpPr>
              <a:xfrm flipH="1">
                <a:off x="6577686" y="5199939"/>
                <a:ext cx="115940" cy="129187"/>
                <a:chOff x="7610703" y="2174306"/>
                <a:chExt cx="433399" cy="409587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19" name="流程图: 文档 918"/>
                <p:cNvSpPr>
                  <a:spLocks noChangeAspect="1"/>
                </p:cNvSpPr>
                <p:nvPr>
                  <p:custDataLst>
                    <p:tags r:id="rId231"/>
                  </p:custDataLst>
                </p:nvPr>
              </p:nvSpPr>
              <p:spPr>
                <a:xfrm>
                  <a:off x="7610703" y="2174306"/>
                  <a:ext cx="433399" cy="389311"/>
                </a:xfrm>
                <a:prstGeom prst="flowChartDocumen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0" name="燕尾形 278"/>
                <p:cNvSpPr>
                  <a:spLocks noChangeAspect="1"/>
                </p:cNvSpPr>
                <p:nvPr>
                  <p:custDataLst>
                    <p:tags r:id="rId232"/>
                  </p:custDataLst>
                </p:nvPr>
              </p:nvSpPr>
              <p:spPr>
                <a:xfrm rot="16200000">
                  <a:off x="7877415" y="2471031"/>
                  <a:ext cx="154579" cy="71145"/>
                </a:xfrm>
                <a:prstGeom prst="chevron">
                  <a:avLst>
                    <a:gd name="adj" fmla="val 33199"/>
                  </a:avLst>
                </a:prstGeom>
                <a:solidFill>
                  <a:srgbClr val="EA8B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21" name="十角星 279"/>
                <p:cNvSpPr>
                  <a:spLocks noChangeAspect="1"/>
                </p:cNvSpPr>
                <p:nvPr>
                  <p:custDataLst>
                    <p:tags r:id="rId233"/>
                  </p:custDataLst>
                </p:nvPr>
              </p:nvSpPr>
              <p:spPr>
                <a:xfrm>
                  <a:off x="7892783" y="2371976"/>
                  <a:ext cx="123843" cy="123843"/>
                </a:xfrm>
                <a:prstGeom prst="star10">
                  <a:avLst>
                    <a:gd name="adj" fmla="val 32881"/>
                    <a:gd name="hf" fmla="val 105146"/>
                  </a:avLst>
                </a:prstGeom>
                <a:solidFill>
                  <a:srgbClr val="F5CC8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</p:grpSp>
        <p:grpSp>
          <p:nvGrpSpPr>
            <p:cNvPr id="859" name="组合 858"/>
            <p:cNvGrpSpPr/>
            <p:nvPr/>
          </p:nvGrpSpPr>
          <p:grpSpPr>
            <a:xfrm flipH="1">
              <a:off x="8185491" y="5104017"/>
              <a:ext cx="400331" cy="227925"/>
              <a:chOff x="2708230" y="1266809"/>
              <a:chExt cx="994439" cy="635148"/>
            </a:xfrm>
          </p:grpSpPr>
          <p:grpSp>
            <p:nvGrpSpPr>
              <p:cNvPr id="895" name="组合 894"/>
              <p:cNvGrpSpPr/>
              <p:nvPr/>
            </p:nvGrpSpPr>
            <p:grpSpPr>
              <a:xfrm>
                <a:off x="2708230" y="1266809"/>
                <a:ext cx="633195" cy="635148"/>
                <a:chOff x="2614613" y="1489076"/>
                <a:chExt cx="250825" cy="244475"/>
              </a:xfrm>
            </p:grpSpPr>
            <p:sp>
              <p:nvSpPr>
                <p:cNvPr id="897" name="Freeform 6"/>
                <p:cNvSpPr/>
                <p:nvPr>
                  <p:custDataLst>
                    <p:tags r:id="rId234"/>
                  </p:custDataLst>
                </p:nvPr>
              </p:nvSpPr>
              <p:spPr bwMode="auto">
                <a:xfrm>
                  <a:off x="2803525" y="1489076"/>
                  <a:ext cx="61913" cy="244475"/>
                </a:xfrm>
                <a:custGeom>
                  <a:avLst/>
                  <a:gdLst>
                    <a:gd name="T0" fmla="*/ 0 w 39"/>
                    <a:gd name="T1" fmla="*/ 39 h 154"/>
                    <a:gd name="T2" fmla="*/ 39 w 39"/>
                    <a:gd name="T3" fmla="*/ 0 h 154"/>
                    <a:gd name="T4" fmla="*/ 39 w 39"/>
                    <a:gd name="T5" fmla="*/ 115 h 154"/>
                    <a:gd name="T6" fmla="*/ 0 w 39"/>
                    <a:gd name="T7" fmla="*/ 154 h 154"/>
                    <a:gd name="T8" fmla="*/ 0 w 39"/>
                    <a:gd name="T9" fmla="*/ 39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154">
                      <a:moveTo>
                        <a:pt x="0" y="39"/>
                      </a:moveTo>
                      <a:lnTo>
                        <a:pt x="39" y="0"/>
                      </a:lnTo>
                      <a:lnTo>
                        <a:pt x="39" y="115"/>
                      </a:lnTo>
                      <a:lnTo>
                        <a:pt x="0" y="154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98" name="Freeform 7"/>
                <p:cNvSpPr/>
                <p:nvPr>
                  <p:custDataLst>
                    <p:tags r:id="rId235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38 w 158"/>
                    <a:gd name="T3" fmla="*/ 0 h 39"/>
                    <a:gd name="T4" fmla="*/ 158 w 158"/>
                    <a:gd name="T5" fmla="*/ 0 h 39"/>
                    <a:gd name="T6" fmla="*/ 119 w 158"/>
                    <a:gd name="T7" fmla="*/ 39 h 39"/>
                    <a:gd name="T8" fmla="*/ 0 w 158"/>
                    <a:gd name="T9" fmla="*/ 39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38" y="0"/>
                      </a:lnTo>
                      <a:lnTo>
                        <a:pt x="158" y="0"/>
                      </a:lnTo>
                      <a:lnTo>
                        <a:pt x="119" y="39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grpSp>
              <p:nvGrpSpPr>
                <p:cNvPr id="899" name="组合 898"/>
                <p:cNvGrpSpPr/>
                <p:nvPr/>
              </p:nvGrpSpPr>
              <p:grpSpPr>
                <a:xfrm>
                  <a:off x="2614613" y="1489076"/>
                  <a:ext cx="250825" cy="244475"/>
                  <a:chOff x="2614613" y="1489076"/>
                  <a:chExt cx="250825" cy="244475"/>
                </a:xfrm>
              </p:grpSpPr>
              <p:sp>
                <p:nvSpPr>
                  <p:cNvPr id="902" name="Rectangle 5"/>
                  <p:cNvSpPr>
                    <a:spLocks noChangeArrowheads="1"/>
                  </p:cNvSpPr>
                  <p:nvPr>
                    <p:custDataLst>
                      <p:tags r:id="rId236"/>
                    </p:custDataLst>
                  </p:nvPr>
                </p:nvSpPr>
                <p:spPr bwMode="auto">
                  <a:xfrm>
                    <a:off x="2614613" y="1550988"/>
                    <a:ext cx="188913" cy="1825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903" name="Freeform 8"/>
                  <p:cNvSpPr/>
                  <p:nvPr>
                    <p:custDataLst>
                      <p:tags r:id="rId237"/>
                    </p:custDataLst>
                  </p:nvPr>
                </p:nvSpPr>
                <p:spPr bwMode="auto">
                  <a:xfrm>
                    <a:off x="2614613" y="1489076"/>
                    <a:ext cx="250825" cy="244475"/>
                  </a:xfrm>
                  <a:custGeom>
                    <a:avLst/>
                    <a:gdLst>
                      <a:gd name="T0" fmla="*/ 0 w 158"/>
                      <a:gd name="T1" fmla="*/ 39 h 154"/>
                      <a:gd name="T2" fmla="*/ 38 w 158"/>
                      <a:gd name="T3" fmla="*/ 0 h 154"/>
                      <a:gd name="T4" fmla="*/ 158 w 158"/>
                      <a:gd name="T5" fmla="*/ 0 h 154"/>
                      <a:gd name="T6" fmla="*/ 158 w 158"/>
                      <a:gd name="T7" fmla="*/ 115 h 154"/>
                      <a:gd name="T8" fmla="*/ 119 w 158"/>
                      <a:gd name="T9" fmla="*/ 154 h 154"/>
                      <a:gd name="T10" fmla="*/ 0 w 158"/>
                      <a:gd name="T11" fmla="*/ 154 h 154"/>
                      <a:gd name="T12" fmla="*/ 0 w 158"/>
                      <a:gd name="T13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8" h="154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58" y="115"/>
                        </a:lnTo>
                        <a:lnTo>
                          <a:pt x="119" y="154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noFill/>
                  <a:ln w="15875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sp>
              <p:nvSpPr>
                <p:cNvPr id="900" name="Freeform 9"/>
                <p:cNvSpPr/>
                <p:nvPr>
                  <p:custDataLst>
                    <p:tags r:id="rId238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119 w 158"/>
                    <a:gd name="T3" fmla="*/ 39 h 39"/>
                    <a:gd name="T4" fmla="*/ 158 w 158"/>
                    <a:gd name="T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119" y="39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901" name="Line 10"/>
                <p:cNvSpPr>
                  <a:spLocks noChangeShapeType="1"/>
                </p:cNvSpPr>
                <p:nvPr>
                  <p:custDataLst>
                    <p:tags r:id="rId239"/>
                  </p:custDataLst>
                </p:nvPr>
              </p:nvSpPr>
              <p:spPr bwMode="auto">
                <a:xfrm>
                  <a:off x="2803525" y="1550988"/>
                  <a:ext cx="0" cy="18256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cxnSp>
            <p:nvCxnSpPr>
              <p:cNvPr id="896" name="直接箭头连接符 895"/>
              <p:cNvCxnSpPr/>
              <p:nvPr>
                <p:custDataLst>
                  <p:tags r:id="rId240"/>
                </p:custDataLst>
              </p:nvPr>
            </p:nvCxnSpPr>
            <p:spPr>
              <a:xfrm flipH="1">
                <a:off x="3249343" y="1631049"/>
                <a:ext cx="453326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0" name="组合 859"/>
            <p:cNvGrpSpPr/>
            <p:nvPr/>
          </p:nvGrpSpPr>
          <p:grpSpPr>
            <a:xfrm flipH="1">
              <a:off x="7804982" y="5107610"/>
              <a:ext cx="400331" cy="227925"/>
              <a:chOff x="2708230" y="1266809"/>
              <a:chExt cx="994439" cy="635148"/>
            </a:xfrm>
          </p:grpSpPr>
          <p:grpSp>
            <p:nvGrpSpPr>
              <p:cNvPr id="886" name="组合 885"/>
              <p:cNvGrpSpPr/>
              <p:nvPr/>
            </p:nvGrpSpPr>
            <p:grpSpPr>
              <a:xfrm>
                <a:off x="2708230" y="1266809"/>
                <a:ext cx="633195" cy="635148"/>
                <a:chOff x="2614613" y="1489076"/>
                <a:chExt cx="250825" cy="244475"/>
              </a:xfrm>
            </p:grpSpPr>
            <p:sp>
              <p:nvSpPr>
                <p:cNvPr id="888" name="Freeform 6"/>
                <p:cNvSpPr/>
                <p:nvPr>
                  <p:custDataLst>
                    <p:tags r:id="rId241"/>
                  </p:custDataLst>
                </p:nvPr>
              </p:nvSpPr>
              <p:spPr bwMode="auto">
                <a:xfrm>
                  <a:off x="2803525" y="1489076"/>
                  <a:ext cx="61913" cy="244475"/>
                </a:xfrm>
                <a:custGeom>
                  <a:avLst/>
                  <a:gdLst>
                    <a:gd name="T0" fmla="*/ 0 w 39"/>
                    <a:gd name="T1" fmla="*/ 39 h 154"/>
                    <a:gd name="T2" fmla="*/ 39 w 39"/>
                    <a:gd name="T3" fmla="*/ 0 h 154"/>
                    <a:gd name="T4" fmla="*/ 39 w 39"/>
                    <a:gd name="T5" fmla="*/ 115 h 154"/>
                    <a:gd name="T6" fmla="*/ 0 w 39"/>
                    <a:gd name="T7" fmla="*/ 154 h 154"/>
                    <a:gd name="T8" fmla="*/ 0 w 39"/>
                    <a:gd name="T9" fmla="*/ 39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154">
                      <a:moveTo>
                        <a:pt x="0" y="39"/>
                      </a:moveTo>
                      <a:lnTo>
                        <a:pt x="39" y="0"/>
                      </a:lnTo>
                      <a:lnTo>
                        <a:pt x="39" y="115"/>
                      </a:lnTo>
                      <a:lnTo>
                        <a:pt x="0" y="154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89" name="Freeform 7"/>
                <p:cNvSpPr/>
                <p:nvPr>
                  <p:custDataLst>
                    <p:tags r:id="rId242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38 w 158"/>
                    <a:gd name="T3" fmla="*/ 0 h 39"/>
                    <a:gd name="T4" fmla="*/ 158 w 158"/>
                    <a:gd name="T5" fmla="*/ 0 h 39"/>
                    <a:gd name="T6" fmla="*/ 119 w 158"/>
                    <a:gd name="T7" fmla="*/ 39 h 39"/>
                    <a:gd name="T8" fmla="*/ 0 w 158"/>
                    <a:gd name="T9" fmla="*/ 39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38" y="0"/>
                      </a:lnTo>
                      <a:lnTo>
                        <a:pt x="158" y="0"/>
                      </a:lnTo>
                      <a:lnTo>
                        <a:pt x="119" y="39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grpSp>
              <p:nvGrpSpPr>
                <p:cNvPr id="890" name="组合 889"/>
                <p:cNvGrpSpPr/>
                <p:nvPr/>
              </p:nvGrpSpPr>
              <p:grpSpPr>
                <a:xfrm>
                  <a:off x="2614613" y="1489076"/>
                  <a:ext cx="250825" cy="244475"/>
                  <a:chOff x="2614613" y="1489076"/>
                  <a:chExt cx="250825" cy="244475"/>
                </a:xfrm>
              </p:grpSpPr>
              <p:sp>
                <p:nvSpPr>
                  <p:cNvPr id="893" name="Rectangle 5"/>
                  <p:cNvSpPr>
                    <a:spLocks noChangeArrowheads="1"/>
                  </p:cNvSpPr>
                  <p:nvPr>
                    <p:custDataLst>
                      <p:tags r:id="rId243"/>
                    </p:custDataLst>
                  </p:nvPr>
                </p:nvSpPr>
                <p:spPr bwMode="auto">
                  <a:xfrm>
                    <a:off x="2614613" y="1550988"/>
                    <a:ext cx="188913" cy="18256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  <p:sp>
                <p:nvSpPr>
                  <p:cNvPr id="894" name="Freeform 8"/>
                  <p:cNvSpPr/>
                  <p:nvPr>
                    <p:custDataLst>
                      <p:tags r:id="rId244"/>
                    </p:custDataLst>
                  </p:nvPr>
                </p:nvSpPr>
                <p:spPr bwMode="auto">
                  <a:xfrm>
                    <a:off x="2614613" y="1489076"/>
                    <a:ext cx="250825" cy="244475"/>
                  </a:xfrm>
                  <a:custGeom>
                    <a:avLst/>
                    <a:gdLst>
                      <a:gd name="T0" fmla="*/ 0 w 158"/>
                      <a:gd name="T1" fmla="*/ 39 h 154"/>
                      <a:gd name="T2" fmla="*/ 38 w 158"/>
                      <a:gd name="T3" fmla="*/ 0 h 154"/>
                      <a:gd name="T4" fmla="*/ 158 w 158"/>
                      <a:gd name="T5" fmla="*/ 0 h 154"/>
                      <a:gd name="T6" fmla="*/ 158 w 158"/>
                      <a:gd name="T7" fmla="*/ 115 h 154"/>
                      <a:gd name="T8" fmla="*/ 119 w 158"/>
                      <a:gd name="T9" fmla="*/ 154 h 154"/>
                      <a:gd name="T10" fmla="*/ 0 w 158"/>
                      <a:gd name="T11" fmla="*/ 154 h 154"/>
                      <a:gd name="T12" fmla="*/ 0 w 158"/>
                      <a:gd name="T13" fmla="*/ 39 h 1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8" h="154">
                        <a:moveTo>
                          <a:pt x="0" y="39"/>
                        </a:moveTo>
                        <a:lnTo>
                          <a:pt x="38" y="0"/>
                        </a:lnTo>
                        <a:lnTo>
                          <a:pt x="158" y="0"/>
                        </a:lnTo>
                        <a:lnTo>
                          <a:pt x="158" y="115"/>
                        </a:lnTo>
                        <a:lnTo>
                          <a:pt x="119" y="154"/>
                        </a:lnTo>
                        <a:lnTo>
                          <a:pt x="0" y="154"/>
                        </a:lnTo>
                        <a:lnTo>
                          <a:pt x="0" y="39"/>
                        </a:lnTo>
                        <a:close/>
                      </a:path>
                    </a:pathLst>
                  </a:custGeom>
                  <a:noFill/>
                  <a:ln w="15875" cap="flat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19" rIns="91440" bIns="45719" numCol="1" anchor="t" anchorCtr="0" compatLnSpc="1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charset="-122"/>
                      <a:cs typeface="+mn-cs"/>
                    </a:endParaRPr>
                  </a:p>
                </p:txBody>
              </p:sp>
            </p:grpSp>
            <p:sp>
              <p:nvSpPr>
                <p:cNvPr id="891" name="Freeform 9"/>
                <p:cNvSpPr/>
                <p:nvPr>
                  <p:custDataLst>
                    <p:tags r:id="rId245"/>
                  </p:custDataLst>
                </p:nvPr>
              </p:nvSpPr>
              <p:spPr bwMode="auto">
                <a:xfrm>
                  <a:off x="2614613" y="1489076"/>
                  <a:ext cx="250825" cy="61913"/>
                </a:xfrm>
                <a:custGeom>
                  <a:avLst/>
                  <a:gdLst>
                    <a:gd name="T0" fmla="*/ 0 w 158"/>
                    <a:gd name="T1" fmla="*/ 39 h 39"/>
                    <a:gd name="T2" fmla="*/ 119 w 158"/>
                    <a:gd name="T3" fmla="*/ 39 h 39"/>
                    <a:gd name="T4" fmla="*/ 158 w 158"/>
                    <a:gd name="T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39">
                      <a:moveTo>
                        <a:pt x="0" y="39"/>
                      </a:moveTo>
                      <a:lnTo>
                        <a:pt x="119" y="39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92" name="Line 10"/>
                <p:cNvSpPr>
                  <a:spLocks noChangeShapeType="1"/>
                </p:cNvSpPr>
                <p:nvPr>
                  <p:custDataLst>
                    <p:tags r:id="rId246"/>
                  </p:custDataLst>
                </p:nvPr>
              </p:nvSpPr>
              <p:spPr bwMode="auto">
                <a:xfrm>
                  <a:off x="2803525" y="1550988"/>
                  <a:ext cx="0" cy="18256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cxnSp>
            <p:nvCxnSpPr>
              <p:cNvPr id="887" name="直接箭头连接符 886"/>
              <p:cNvCxnSpPr/>
              <p:nvPr>
                <p:custDataLst>
                  <p:tags r:id="rId247"/>
                </p:custDataLst>
              </p:nvPr>
            </p:nvCxnSpPr>
            <p:spPr>
              <a:xfrm flipH="1">
                <a:off x="3249343" y="1631049"/>
                <a:ext cx="453326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61" name="图形 80"/>
            <p:cNvPicPr>
              <a:picLocks noChangeAspect="1"/>
            </p:cNvPicPr>
            <p:nvPr>
              <p:custDataLst>
                <p:tags r:id="rId248"/>
              </p:custDataLst>
            </p:nvPr>
          </p:nvPicPr>
          <p:blipFill>
            <a:blip r:embed="rId19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/>
            </a:stretch>
          </p:blipFill>
          <p:spPr>
            <a:xfrm flipH="1">
              <a:off x="8410853" y="5175687"/>
              <a:ext cx="159640" cy="142305"/>
            </a:xfrm>
            <a:prstGeom prst="rect">
              <a:avLst/>
            </a:prstGeom>
          </p:spPr>
        </p:pic>
        <p:pic>
          <p:nvPicPr>
            <p:cNvPr id="862" name="图形 81"/>
            <p:cNvPicPr>
              <a:picLocks noChangeAspect="1"/>
            </p:cNvPicPr>
            <p:nvPr>
              <p:custDataLst>
                <p:tags r:id="rId249"/>
              </p:custDataLst>
            </p:nvPr>
          </p:nvPicPr>
          <p:blipFill>
            <a:blip r:embed="rId19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/>
            </a:stretch>
          </p:blipFill>
          <p:spPr>
            <a:xfrm flipH="1">
              <a:off x="8028734" y="5175688"/>
              <a:ext cx="159640" cy="142305"/>
            </a:xfrm>
            <a:prstGeom prst="rect">
              <a:avLst/>
            </a:prstGeom>
          </p:spPr>
        </p:pic>
        <p:grpSp>
          <p:nvGrpSpPr>
            <p:cNvPr id="863" name="组合 862"/>
            <p:cNvGrpSpPr/>
            <p:nvPr/>
          </p:nvGrpSpPr>
          <p:grpSpPr>
            <a:xfrm flipH="1">
              <a:off x="7556433" y="5107011"/>
              <a:ext cx="254905" cy="225549"/>
              <a:chOff x="2614613" y="1489076"/>
              <a:chExt cx="250825" cy="244475"/>
            </a:xfrm>
          </p:grpSpPr>
          <p:sp>
            <p:nvSpPr>
              <p:cNvPr id="879" name="Freeform 6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2803525" y="1489076"/>
                <a:ext cx="61913" cy="244475"/>
              </a:xfrm>
              <a:custGeom>
                <a:avLst/>
                <a:gdLst>
                  <a:gd name="T0" fmla="*/ 0 w 39"/>
                  <a:gd name="T1" fmla="*/ 39 h 154"/>
                  <a:gd name="T2" fmla="*/ 39 w 39"/>
                  <a:gd name="T3" fmla="*/ 0 h 154"/>
                  <a:gd name="T4" fmla="*/ 39 w 39"/>
                  <a:gd name="T5" fmla="*/ 115 h 154"/>
                  <a:gd name="T6" fmla="*/ 0 w 39"/>
                  <a:gd name="T7" fmla="*/ 154 h 154"/>
                  <a:gd name="T8" fmla="*/ 0 w 39"/>
                  <a:gd name="T9" fmla="*/ 39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54">
                    <a:moveTo>
                      <a:pt x="0" y="39"/>
                    </a:moveTo>
                    <a:lnTo>
                      <a:pt x="39" y="0"/>
                    </a:lnTo>
                    <a:lnTo>
                      <a:pt x="39" y="115"/>
                    </a:lnTo>
                    <a:lnTo>
                      <a:pt x="0" y="154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19" rIns="91440" bIns="45719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80" name="Freeform 7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2614613" y="1489076"/>
                <a:ext cx="250825" cy="61913"/>
              </a:xfrm>
              <a:custGeom>
                <a:avLst/>
                <a:gdLst>
                  <a:gd name="T0" fmla="*/ 0 w 158"/>
                  <a:gd name="T1" fmla="*/ 39 h 39"/>
                  <a:gd name="T2" fmla="*/ 38 w 158"/>
                  <a:gd name="T3" fmla="*/ 0 h 39"/>
                  <a:gd name="T4" fmla="*/ 158 w 158"/>
                  <a:gd name="T5" fmla="*/ 0 h 39"/>
                  <a:gd name="T6" fmla="*/ 119 w 158"/>
                  <a:gd name="T7" fmla="*/ 39 h 39"/>
                  <a:gd name="T8" fmla="*/ 0 w 158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39">
                    <a:moveTo>
                      <a:pt x="0" y="39"/>
                    </a:moveTo>
                    <a:lnTo>
                      <a:pt x="38" y="0"/>
                    </a:lnTo>
                    <a:lnTo>
                      <a:pt x="158" y="0"/>
                    </a:lnTo>
                    <a:lnTo>
                      <a:pt x="119" y="39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19" rIns="91440" bIns="45719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grpSp>
            <p:nvGrpSpPr>
              <p:cNvPr id="881" name="组合 880"/>
              <p:cNvGrpSpPr/>
              <p:nvPr/>
            </p:nvGrpSpPr>
            <p:grpSpPr>
              <a:xfrm>
                <a:off x="2614613" y="1489076"/>
                <a:ext cx="250825" cy="244475"/>
                <a:chOff x="2614613" y="1489076"/>
                <a:chExt cx="250825" cy="244475"/>
              </a:xfrm>
            </p:grpSpPr>
            <p:sp>
              <p:nvSpPr>
                <p:cNvPr id="884" name="Rectangle 5"/>
                <p:cNvSpPr>
                  <a:spLocks noChangeArrowheads="1"/>
                </p:cNvSpPr>
                <p:nvPr>
                  <p:custDataLst>
                    <p:tags r:id="rId252"/>
                  </p:custDataLst>
                </p:nvPr>
              </p:nvSpPr>
              <p:spPr bwMode="auto">
                <a:xfrm>
                  <a:off x="2614613" y="1550988"/>
                  <a:ext cx="188913" cy="1825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85" name="Freeform 8"/>
                <p:cNvSpPr/>
                <p:nvPr>
                  <p:custDataLst>
                    <p:tags r:id="rId253"/>
                  </p:custDataLst>
                </p:nvPr>
              </p:nvSpPr>
              <p:spPr bwMode="auto">
                <a:xfrm>
                  <a:off x="2614613" y="1489076"/>
                  <a:ext cx="250825" cy="244475"/>
                </a:xfrm>
                <a:custGeom>
                  <a:avLst/>
                  <a:gdLst>
                    <a:gd name="T0" fmla="*/ 0 w 158"/>
                    <a:gd name="T1" fmla="*/ 39 h 154"/>
                    <a:gd name="T2" fmla="*/ 38 w 158"/>
                    <a:gd name="T3" fmla="*/ 0 h 154"/>
                    <a:gd name="T4" fmla="*/ 158 w 158"/>
                    <a:gd name="T5" fmla="*/ 0 h 154"/>
                    <a:gd name="T6" fmla="*/ 158 w 158"/>
                    <a:gd name="T7" fmla="*/ 115 h 154"/>
                    <a:gd name="T8" fmla="*/ 119 w 158"/>
                    <a:gd name="T9" fmla="*/ 154 h 154"/>
                    <a:gd name="T10" fmla="*/ 0 w 158"/>
                    <a:gd name="T11" fmla="*/ 154 h 154"/>
                    <a:gd name="T12" fmla="*/ 0 w 158"/>
                    <a:gd name="T13" fmla="*/ 39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8" h="154">
                      <a:moveTo>
                        <a:pt x="0" y="39"/>
                      </a:moveTo>
                      <a:lnTo>
                        <a:pt x="38" y="0"/>
                      </a:lnTo>
                      <a:lnTo>
                        <a:pt x="158" y="0"/>
                      </a:lnTo>
                      <a:lnTo>
                        <a:pt x="158" y="115"/>
                      </a:lnTo>
                      <a:lnTo>
                        <a:pt x="119" y="154"/>
                      </a:lnTo>
                      <a:lnTo>
                        <a:pt x="0" y="154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19" rIns="91440" bIns="45719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charset="-122"/>
                    <a:cs typeface="+mn-cs"/>
                  </a:endParaRPr>
                </a:p>
              </p:txBody>
            </p:sp>
          </p:grpSp>
          <p:sp>
            <p:nvSpPr>
              <p:cNvPr id="882" name="Freeform 9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2614613" y="1489076"/>
                <a:ext cx="250825" cy="61913"/>
              </a:xfrm>
              <a:custGeom>
                <a:avLst/>
                <a:gdLst>
                  <a:gd name="T0" fmla="*/ 0 w 158"/>
                  <a:gd name="T1" fmla="*/ 39 h 39"/>
                  <a:gd name="T2" fmla="*/ 119 w 158"/>
                  <a:gd name="T3" fmla="*/ 39 h 39"/>
                  <a:gd name="T4" fmla="*/ 158 w 158"/>
                  <a:gd name="T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" h="39">
                    <a:moveTo>
                      <a:pt x="0" y="39"/>
                    </a:moveTo>
                    <a:lnTo>
                      <a:pt x="119" y="39"/>
                    </a:lnTo>
                    <a:lnTo>
                      <a:pt x="158" y="0"/>
                    </a:ln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19" rIns="91440" bIns="45719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83" name="Line 10"/>
              <p:cNvSpPr>
                <a:spLocks noChangeShapeType="1"/>
              </p:cNvSpPr>
              <p:nvPr>
                <p:custDataLst>
                  <p:tags r:id="rId255"/>
                </p:custDataLst>
              </p:nvPr>
            </p:nvSpPr>
            <p:spPr bwMode="auto">
              <a:xfrm>
                <a:off x="2803525" y="1550988"/>
                <a:ext cx="0" cy="18256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19" rIns="91440" bIns="45719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pic>
          <p:nvPicPr>
            <p:cNvPr id="864" name="图形 83"/>
            <p:cNvPicPr>
              <a:picLocks noChangeAspect="1"/>
            </p:cNvPicPr>
            <p:nvPr>
              <p:custDataLst>
                <p:tags r:id="rId256"/>
              </p:custDataLst>
            </p:nvPr>
          </p:nvPicPr>
          <p:blipFill>
            <a:blip r:embed="rId19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/>
            </a:stretch>
          </p:blipFill>
          <p:spPr>
            <a:xfrm flipH="1">
              <a:off x="7635054" y="5167166"/>
              <a:ext cx="159640" cy="142305"/>
            </a:xfrm>
            <a:prstGeom prst="rect">
              <a:avLst/>
            </a:prstGeom>
          </p:spPr>
        </p:pic>
        <p:grpSp>
          <p:nvGrpSpPr>
            <p:cNvPr id="865" name="组合 864"/>
            <p:cNvGrpSpPr/>
            <p:nvPr/>
          </p:nvGrpSpPr>
          <p:grpSpPr>
            <a:xfrm flipH="1">
              <a:off x="7599405" y="5246297"/>
              <a:ext cx="115940" cy="129187"/>
              <a:chOff x="7610703" y="2174306"/>
              <a:chExt cx="433399" cy="409587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876" name="流程图: 文档 875"/>
              <p:cNvSpPr>
                <a:spLocks noChangeAspect="1"/>
              </p:cNvSpPr>
              <p:nvPr>
                <p:custDataLst>
                  <p:tags r:id="rId257"/>
                </p:custDataLst>
              </p:nvPr>
            </p:nvSpPr>
            <p:spPr>
              <a:xfrm>
                <a:off x="7610703" y="2174306"/>
                <a:ext cx="433399" cy="389311"/>
              </a:xfrm>
              <a:prstGeom prst="flowChartDocumen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7" name="燕尾形 278"/>
              <p:cNvSpPr>
                <a:spLocks noChangeAspect="1"/>
              </p:cNvSpPr>
              <p:nvPr>
                <p:custDataLst>
                  <p:tags r:id="rId258"/>
                </p:custDataLst>
              </p:nvPr>
            </p:nvSpPr>
            <p:spPr>
              <a:xfrm rot="16200000">
                <a:off x="7877415" y="2471031"/>
                <a:ext cx="154579" cy="71145"/>
              </a:xfrm>
              <a:prstGeom prst="chevron">
                <a:avLst>
                  <a:gd name="adj" fmla="val 33199"/>
                </a:avLst>
              </a:prstGeom>
              <a:solidFill>
                <a:srgbClr val="EA8B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78" name="十角星 279"/>
              <p:cNvSpPr>
                <a:spLocks noChangeAspect="1"/>
              </p:cNvSpPr>
              <p:nvPr>
                <p:custDataLst>
                  <p:tags r:id="rId259"/>
                </p:custDataLst>
              </p:nvPr>
            </p:nvSpPr>
            <p:spPr>
              <a:xfrm>
                <a:off x="7892783" y="2371976"/>
                <a:ext cx="123843" cy="123843"/>
              </a:xfrm>
              <a:prstGeom prst="star10">
                <a:avLst>
                  <a:gd name="adj" fmla="val 32881"/>
                  <a:gd name="hf" fmla="val 105146"/>
                </a:avLst>
              </a:prstGeom>
              <a:solidFill>
                <a:srgbClr val="F5CC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866" name="组合 865"/>
            <p:cNvGrpSpPr/>
            <p:nvPr/>
          </p:nvGrpSpPr>
          <p:grpSpPr>
            <a:xfrm flipH="1">
              <a:off x="8374860" y="5249787"/>
              <a:ext cx="115940" cy="129187"/>
              <a:chOff x="7610703" y="2174306"/>
              <a:chExt cx="433399" cy="409587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873" name="流程图: 文档 872"/>
              <p:cNvSpPr>
                <a:spLocks noChangeAspect="1"/>
              </p:cNvSpPr>
              <p:nvPr>
                <p:custDataLst>
                  <p:tags r:id="rId260"/>
                </p:custDataLst>
              </p:nvPr>
            </p:nvSpPr>
            <p:spPr>
              <a:xfrm>
                <a:off x="7610703" y="2174306"/>
                <a:ext cx="433399" cy="389311"/>
              </a:xfrm>
              <a:prstGeom prst="flowChartDocumen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4" name="燕尾形 278"/>
              <p:cNvSpPr>
                <a:spLocks noChangeAspect="1"/>
              </p:cNvSpPr>
              <p:nvPr>
                <p:custDataLst>
                  <p:tags r:id="rId261"/>
                </p:custDataLst>
              </p:nvPr>
            </p:nvSpPr>
            <p:spPr>
              <a:xfrm rot="16200000">
                <a:off x="7877415" y="2471031"/>
                <a:ext cx="154579" cy="71145"/>
              </a:xfrm>
              <a:prstGeom prst="chevron">
                <a:avLst>
                  <a:gd name="adj" fmla="val 33199"/>
                </a:avLst>
              </a:prstGeom>
              <a:solidFill>
                <a:srgbClr val="EA8B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75" name="十角星 279"/>
              <p:cNvSpPr>
                <a:spLocks noChangeAspect="1"/>
              </p:cNvSpPr>
              <p:nvPr>
                <p:custDataLst>
                  <p:tags r:id="rId262"/>
                </p:custDataLst>
              </p:nvPr>
            </p:nvSpPr>
            <p:spPr>
              <a:xfrm>
                <a:off x="7892783" y="2371976"/>
                <a:ext cx="123843" cy="123843"/>
              </a:xfrm>
              <a:prstGeom prst="star10">
                <a:avLst>
                  <a:gd name="adj" fmla="val 32881"/>
                  <a:gd name="hf" fmla="val 105146"/>
                </a:avLst>
              </a:prstGeom>
              <a:solidFill>
                <a:srgbClr val="F5CC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867" name="组合 866"/>
            <p:cNvGrpSpPr/>
            <p:nvPr/>
          </p:nvGrpSpPr>
          <p:grpSpPr>
            <a:xfrm flipH="1">
              <a:off x="7985280" y="5252295"/>
              <a:ext cx="115940" cy="129187"/>
              <a:chOff x="7610703" y="2174306"/>
              <a:chExt cx="433399" cy="409587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870" name="流程图: 文档 869"/>
              <p:cNvSpPr>
                <a:spLocks noChangeAspect="1"/>
              </p:cNvSpPr>
              <p:nvPr>
                <p:custDataLst>
                  <p:tags r:id="rId263"/>
                </p:custDataLst>
              </p:nvPr>
            </p:nvSpPr>
            <p:spPr>
              <a:xfrm>
                <a:off x="7610703" y="2174306"/>
                <a:ext cx="433399" cy="389311"/>
              </a:xfrm>
              <a:prstGeom prst="flowChartDocumen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1" name="燕尾形 278"/>
              <p:cNvSpPr>
                <a:spLocks noChangeAspect="1"/>
              </p:cNvSpPr>
              <p:nvPr>
                <p:custDataLst>
                  <p:tags r:id="rId264"/>
                </p:custDataLst>
              </p:nvPr>
            </p:nvSpPr>
            <p:spPr>
              <a:xfrm rot="16200000">
                <a:off x="7877415" y="2471031"/>
                <a:ext cx="154579" cy="71145"/>
              </a:xfrm>
              <a:prstGeom prst="chevron">
                <a:avLst>
                  <a:gd name="adj" fmla="val 33199"/>
                </a:avLst>
              </a:prstGeom>
              <a:solidFill>
                <a:srgbClr val="EA8B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72" name="十角星 279"/>
              <p:cNvSpPr>
                <a:spLocks noChangeAspect="1"/>
              </p:cNvSpPr>
              <p:nvPr>
                <p:custDataLst>
                  <p:tags r:id="rId265"/>
                </p:custDataLst>
              </p:nvPr>
            </p:nvSpPr>
            <p:spPr>
              <a:xfrm>
                <a:off x="7892783" y="2371976"/>
                <a:ext cx="123843" cy="123843"/>
              </a:xfrm>
              <a:prstGeom prst="star10">
                <a:avLst>
                  <a:gd name="adj" fmla="val 32881"/>
                  <a:gd name="hf" fmla="val 105146"/>
                </a:avLst>
              </a:prstGeom>
              <a:solidFill>
                <a:srgbClr val="F5CC8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868" name="直接箭头连接符 867"/>
            <p:cNvCxnSpPr/>
            <p:nvPr>
              <p:custDataLst>
                <p:tags r:id="rId266"/>
              </p:custDataLst>
            </p:nvPr>
          </p:nvCxnSpPr>
          <p:spPr>
            <a:xfrm>
              <a:off x="7414396" y="5225308"/>
              <a:ext cx="182495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直接箭头连接符 868"/>
            <p:cNvCxnSpPr/>
            <p:nvPr>
              <p:custDataLst>
                <p:tags r:id="rId267"/>
              </p:custDataLst>
            </p:nvPr>
          </p:nvCxnSpPr>
          <p:spPr>
            <a:xfrm>
              <a:off x="8585822" y="5232517"/>
              <a:ext cx="182495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7" name="文本框 976"/>
          <p:cNvSpPr txBox="1"/>
          <p:nvPr>
            <p:custDataLst>
              <p:tags r:id="rId268"/>
            </p:custDataLst>
          </p:nvPr>
        </p:nvSpPr>
        <p:spPr>
          <a:xfrm flipH="1">
            <a:off x="8288510" y="6299166"/>
            <a:ext cx="295188" cy="2434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978" name="组合 977"/>
          <p:cNvGrpSpPr/>
          <p:nvPr/>
        </p:nvGrpSpPr>
        <p:grpSpPr>
          <a:xfrm>
            <a:off x="7489028" y="5926325"/>
            <a:ext cx="362426" cy="370142"/>
            <a:chOff x="3028402" y="4766571"/>
            <a:chExt cx="442509" cy="483057"/>
          </a:xfrm>
        </p:grpSpPr>
        <p:grpSp>
          <p:nvGrpSpPr>
            <p:cNvPr id="979" name="组合 978"/>
            <p:cNvGrpSpPr/>
            <p:nvPr/>
          </p:nvGrpSpPr>
          <p:grpSpPr>
            <a:xfrm>
              <a:off x="3028402" y="4766571"/>
              <a:ext cx="442509" cy="420982"/>
              <a:chOff x="3028402" y="4766571"/>
              <a:chExt cx="442509" cy="420982"/>
            </a:xfrm>
          </p:grpSpPr>
          <p:grpSp>
            <p:nvGrpSpPr>
              <p:cNvPr id="981" name="图形 16"/>
              <p:cNvGrpSpPr/>
              <p:nvPr/>
            </p:nvGrpSpPr>
            <p:grpSpPr>
              <a:xfrm flipH="1">
                <a:off x="3028402" y="4766571"/>
                <a:ext cx="328747" cy="393197"/>
                <a:chOff x="4784186" y="927002"/>
                <a:chExt cx="974646" cy="1210570"/>
              </a:xfrm>
            </p:grpSpPr>
            <p:sp>
              <p:nvSpPr>
                <p:cNvPr id="983" name="任意多边形: 形状 982"/>
                <p:cNvSpPr/>
                <p:nvPr>
                  <p:custDataLst>
                    <p:tags r:id="rId269"/>
                  </p:custDataLst>
                </p:nvPr>
              </p:nvSpPr>
              <p:spPr>
                <a:xfrm flipV="1">
                  <a:off x="4791121" y="1391403"/>
                  <a:ext cx="960765" cy="556232"/>
                </a:xfrm>
                <a:custGeom>
                  <a:avLst/>
                  <a:gdLst>
                    <a:gd name="connsiteX0" fmla="*/ 960105 w 960765"/>
                    <a:gd name="connsiteY0" fmla="*/ 271476 h 556232"/>
                    <a:gd name="connsiteX1" fmla="*/ 470951 w 960765"/>
                    <a:gd name="connsiteY1" fmla="*/ 553903 h 556232"/>
                    <a:gd name="connsiteX2" fmla="*/ 469275 w 960765"/>
                    <a:gd name="connsiteY2" fmla="*/ 554690 h 556232"/>
                    <a:gd name="connsiteX3" fmla="*/ 467434 w 960765"/>
                    <a:gd name="connsiteY3" fmla="*/ 555236 h 556232"/>
                    <a:gd name="connsiteX4" fmla="*/ 465485 w 960765"/>
                    <a:gd name="connsiteY4" fmla="*/ 555477 h 556232"/>
                    <a:gd name="connsiteX5" fmla="*/ 463440 w 960765"/>
                    <a:gd name="connsiteY5" fmla="*/ 555439 h 556232"/>
                    <a:gd name="connsiteX6" fmla="*/ 461248 w 960765"/>
                    <a:gd name="connsiteY6" fmla="*/ 555109 h 556232"/>
                    <a:gd name="connsiteX7" fmla="*/ 458985 w 960765"/>
                    <a:gd name="connsiteY7" fmla="*/ 554449 h 556232"/>
                    <a:gd name="connsiteX8" fmla="*/ 456624 w 960765"/>
                    <a:gd name="connsiteY8" fmla="*/ 553522 h 556232"/>
                    <a:gd name="connsiteX9" fmla="*/ 454238 w 960765"/>
                    <a:gd name="connsiteY9" fmla="*/ 552264 h 556232"/>
                    <a:gd name="connsiteX10" fmla="*/ 16058 w 960765"/>
                    <a:gd name="connsiteY10" fmla="*/ 299312 h 556232"/>
                    <a:gd name="connsiteX11" fmla="*/ 13631 w 960765"/>
                    <a:gd name="connsiteY11" fmla="*/ 297769 h 556232"/>
                    <a:gd name="connsiteX12" fmla="*/ 11301 w 960765"/>
                    <a:gd name="connsiteY12" fmla="*/ 295999 h 556232"/>
                    <a:gd name="connsiteX13" fmla="*/ 9014 w 960765"/>
                    <a:gd name="connsiteY13" fmla="*/ 294019 h 556232"/>
                    <a:gd name="connsiteX14" fmla="*/ 6865 w 960765"/>
                    <a:gd name="connsiteY14" fmla="*/ 291822 h 556232"/>
                    <a:gd name="connsiteX15" fmla="*/ 4777 w 960765"/>
                    <a:gd name="connsiteY15" fmla="*/ 289500 h 556232"/>
                    <a:gd name="connsiteX16" fmla="*/ 2823 w 960765"/>
                    <a:gd name="connsiteY16" fmla="*/ 287000 h 556232"/>
                    <a:gd name="connsiteX17" fmla="*/ 1011 w 960765"/>
                    <a:gd name="connsiteY17" fmla="*/ 284371 h 556232"/>
                    <a:gd name="connsiteX18" fmla="*/ -660 w 960765"/>
                    <a:gd name="connsiteY18" fmla="*/ 281631 h 556232"/>
                    <a:gd name="connsiteX19" fmla="*/ 488493 w 960765"/>
                    <a:gd name="connsiteY19" fmla="*/ -755 h 556232"/>
                    <a:gd name="connsiteX20" fmla="*/ 490165 w 960765"/>
                    <a:gd name="connsiteY20" fmla="*/ 1949 h 556232"/>
                    <a:gd name="connsiteX21" fmla="*/ 491981 w 960765"/>
                    <a:gd name="connsiteY21" fmla="*/ 4578 h 556232"/>
                    <a:gd name="connsiteX22" fmla="*/ 493925 w 960765"/>
                    <a:gd name="connsiteY22" fmla="*/ 7074 h 556232"/>
                    <a:gd name="connsiteX23" fmla="*/ 495984 w 960765"/>
                    <a:gd name="connsiteY23" fmla="*/ 9405 h 556232"/>
                    <a:gd name="connsiteX24" fmla="*/ 498167 w 960765"/>
                    <a:gd name="connsiteY24" fmla="*/ 11597 h 556232"/>
                    <a:gd name="connsiteX25" fmla="*/ 500424 w 960765"/>
                    <a:gd name="connsiteY25" fmla="*/ 13572 h 556232"/>
                    <a:gd name="connsiteX26" fmla="*/ 502781 w 960765"/>
                    <a:gd name="connsiteY26" fmla="*/ 15344 h 556232"/>
                    <a:gd name="connsiteX27" fmla="*/ 505202 w 960765"/>
                    <a:gd name="connsiteY27" fmla="*/ 16891 h 556232"/>
                    <a:gd name="connsiteX28" fmla="*/ 943354 w 960765"/>
                    <a:gd name="connsiteY28" fmla="*/ 269870 h 556232"/>
                    <a:gd name="connsiteX29" fmla="*/ 945792 w 960765"/>
                    <a:gd name="connsiteY29" fmla="*/ 271104 h 556232"/>
                    <a:gd name="connsiteX30" fmla="*/ 948142 w 960765"/>
                    <a:gd name="connsiteY30" fmla="*/ 272072 h 556232"/>
                    <a:gd name="connsiteX31" fmla="*/ 950390 w 960765"/>
                    <a:gd name="connsiteY31" fmla="*/ 272687 h 556232"/>
                    <a:gd name="connsiteX32" fmla="*/ 952549 w 960765"/>
                    <a:gd name="connsiteY32" fmla="*/ 273019 h 556232"/>
                    <a:gd name="connsiteX33" fmla="*/ 954632 w 960765"/>
                    <a:gd name="connsiteY33" fmla="*/ 273059 h 556232"/>
                    <a:gd name="connsiteX34" fmla="*/ 956587 w 960765"/>
                    <a:gd name="connsiteY34" fmla="*/ 272816 h 556232"/>
                    <a:gd name="connsiteX35" fmla="*/ 958404 w 960765"/>
                    <a:gd name="connsiteY35" fmla="*/ 272314 h 556232"/>
                    <a:gd name="connsiteX36" fmla="*/ 960105 w 960765"/>
                    <a:gd name="connsiteY36" fmla="*/ 271476 h 55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32">
                      <a:moveTo>
                        <a:pt x="960105" y="271476"/>
                      </a:moveTo>
                      <a:lnTo>
                        <a:pt x="470951" y="553903"/>
                      </a:lnTo>
                      <a:lnTo>
                        <a:pt x="469275" y="554690"/>
                      </a:lnTo>
                      <a:lnTo>
                        <a:pt x="467434" y="555236"/>
                      </a:lnTo>
                      <a:lnTo>
                        <a:pt x="465485" y="555477"/>
                      </a:lnTo>
                      <a:lnTo>
                        <a:pt x="463440" y="555439"/>
                      </a:lnTo>
                      <a:lnTo>
                        <a:pt x="461248" y="555109"/>
                      </a:lnTo>
                      <a:lnTo>
                        <a:pt x="458985" y="554449"/>
                      </a:lnTo>
                      <a:lnTo>
                        <a:pt x="456624" y="553522"/>
                      </a:lnTo>
                      <a:lnTo>
                        <a:pt x="454238" y="552264"/>
                      </a:lnTo>
                      <a:lnTo>
                        <a:pt x="16058" y="299312"/>
                      </a:lnTo>
                      <a:lnTo>
                        <a:pt x="13631" y="297769"/>
                      </a:lnTo>
                      <a:lnTo>
                        <a:pt x="11301" y="295999"/>
                      </a:lnTo>
                      <a:lnTo>
                        <a:pt x="9014" y="294019"/>
                      </a:lnTo>
                      <a:lnTo>
                        <a:pt x="6865" y="291822"/>
                      </a:lnTo>
                      <a:lnTo>
                        <a:pt x="4777" y="289500"/>
                      </a:lnTo>
                      <a:lnTo>
                        <a:pt x="2823" y="287000"/>
                      </a:lnTo>
                      <a:lnTo>
                        <a:pt x="1011" y="284371"/>
                      </a:lnTo>
                      <a:lnTo>
                        <a:pt x="-660" y="281631"/>
                      </a:lnTo>
                      <a:lnTo>
                        <a:pt x="488493" y="-755"/>
                      </a:lnTo>
                      <a:lnTo>
                        <a:pt x="490165" y="1949"/>
                      </a:lnTo>
                      <a:lnTo>
                        <a:pt x="491981" y="4578"/>
                      </a:lnTo>
                      <a:lnTo>
                        <a:pt x="493925" y="7074"/>
                      </a:lnTo>
                      <a:lnTo>
                        <a:pt x="495984" y="9405"/>
                      </a:lnTo>
                      <a:lnTo>
                        <a:pt x="498167" y="11597"/>
                      </a:lnTo>
                      <a:lnTo>
                        <a:pt x="500424" y="13572"/>
                      </a:lnTo>
                      <a:lnTo>
                        <a:pt x="502781" y="15344"/>
                      </a:lnTo>
                      <a:lnTo>
                        <a:pt x="505202" y="16891"/>
                      </a:lnTo>
                      <a:lnTo>
                        <a:pt x="943354" y="269870"/>
                      </a:lnTo>
                      <a:lnTo>
                        <a:pt x="945792" y="271104"/>
                      </a:lnTo>
                      <a:lnTo>
                        <a:pt x="948142" y="272072"/>
                      </a:lnTo>
                      <a:lnTo>
                        <a:pt x="950390" y="272687"/>
                      </a:lnTo>
                      <a:lnTo>
                        <a:pt x="952549" y="273019"/>
                      </a:lnTo>
                      <a:lnTo>
                        <a:pt x="954632" y="273059"/>
                      </a:lnTo>
                      <a:lnTo>
                        <a:pt x="956587" y="272816"/>
                      </a:lnTo>
                      <a:lnTo>
                        <a:pt x="958404" y="272314"/>
                      </a:lnTo>
                      <a:lnTo>
                        <a:pt x="960105" y="271476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4" name="任意多边形: 形状 983"/>
                <p:cNvSpPr/>
                <p:nvPr>
                  <p:custDataLst>
                    <p:tags r:id="rId270"/>
                  </p:custDataLst>
                </p:nvPr>
              </p:nvSpPr>
              <p:spPr>
                <a:xfrm flipV="1">
                  <a:off x="5273303" y="1673799"/>
                  <a:ext cx="485529" cy="463773"/>
                </a:xfrm>
                <a:custGeom>
                  <a:avLst/>
                  <a:gdLst>
                    <a:gd name="connsiteX0" fmla="*/ 484703 w 485529"/>
                    <a:gd name="connsiteY0" fmla="*/ 446346 h 463773"/>
                    <a:gd name="connsiteX1" fmla="*/ 477756 w 485529"/>
                    <a:gd name="connsiteY1" fmla="*/ 461625 h 463773"/>
                    <a:gd name="connsiteX2" fmla="*/ 461005 w 485529"/>
                    <a:gd name="connsiteY2" fmla="*/ 460019 h 463773"/>
                    <a:gd name="connsiteX3" fmla="*/ 22852 w 485529"/>
                    <a:gd name="connsiteY3" fmla="*/ 207040 h 463773"/>
                    <a:gd name="connsiteX4" fmla="*/ 6144 w 485529"/>
                    <a:gd name="connsiteY4" fmla="*/ 189395 h 463773"/>
                    <a:gd name="connsiteX5" fmla="*/ 6104 w 485529"/>
                    <a:gd name="connsiteY5" fmla="*/ 189354 h 463773"/>
                    <a:gd name="connsiteX6" fmla="*/ -827 w 485529"/>
                    <a:gd name="connsiteY6" fmla="*/ 166053 h 463773"/>
                    <a:gd name="connsiteX7" fmla="*/ -827 w 485529"/>
                    <a:gd name="connsiteY7" fmla="*/ 16342 h 463773"/>
                    <a:gd name="connsiteX8" fmla="*/ 6144 w 485529"/>
                    <a:gd name="connsiteY8" fmla="*/ 1027 h 463773"/>
                    <a:gd name="connsiteX9" fmla="*/ 22852 w 485529"/>
                    <a:gd name="connsiteY9" fmla="*/ 2664 h 463773"/>
                    <a:gd name="connsiteX10" fmla="*/ 461005 w 485529"/>
                    <a:gd name="connsiteY10" fmla="*/ 255622 h 463773"/>
                    <a:gd name="connsiteX11" fmla="*/ 477756 w 485529"/>
                    <a:gd name="connsiteY11" fmla="*/ 273283 h 463773"/>
                    <a:gd name="connsiteX12" fmla="*/ 477756 w 485529"/>
                    <a:gd name="connsiteY12" fmla="*/ 273324 h 463773"/>
                    <a:gd name="connsiteX13" fmla="*/ 484703 w 485529"/>
                    <a:gd name="connsiteY13" fmla="*/ 296635 h 463773"/>
                    <a:gd name="connsiteX14" fmla="*/ 484703 w 485529"/>
                    <a:gd name="connsiteY14" fmla="*/ 446346 h 463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3">
                      <a:moveTo>
                        <a:pt x="484703" y="446346"/>
                      </a:moveTo>
                      <a:cubicBezTo>
                        <a:pt x="484703" y="453877"/>
                        <a:pt x="482036" y="459165"/>
                        <a:pt x="477756" y="461625"/>
                      </a:cubicBezTo>
                      <a:cubicBezTo>
                        <a:pt x="473451" y="464126"/>
                        <a:pt x="467533" y="463788"/>
                        <a:pt x="461005" y="460019"/>
                      </a:cubicBezTo>
                      <a:lnTo>
                        <a:pt x="22852" y="207040"/>
                      </a:lnTo>
                      <a:cubicBezTo>
                        <a:pt x="16289" y="203284"/>
                        <a:pt x="10386" y="196771"/>
                        <a:pt x="6144" y="189395"/>
                      </a:cubicBezTo>
                      <a:lnTo>
                        <a:pt x="6104" y="189354"/>
                      </a:lnTo>
                      <a:cubicBezTo>
                        <a:pt x="1828" y="181943"/>
                        <a:pt x="-827" y="173569"/>
                        <a:pt x="-827" y="166053"/>
                      </a:cubicBezTo>
                      <a:lnTo>
                        <a:pt x="-827" y="16342"/>
                      </a:lnTo>
                      <a:cubicBezTo>
                        <a:pt x="-827" y="8787"/>
                        <a:pt x="1828" y="3478"/>
                        <a:pt x="6144" y="1027"/>
                      </a:cubicBezTo>
                      <a:cubicBezTo>
                        <a:pt x="10425" y="-1438"/>
                        <a:pt x="16323" y="-1081"/>
                        <a:pt x="22852" y="2664"/>
                      </a:cubicBezTo>
                      <a:lnTo>
                        <a:pt x="461005" y="255622"/>
                      </a:lnTo>
                      <a:cubicBezTo>
                        <a:pt x="467533" y="259378"/>
                        <a:pt x="473451" y="265876"/>
                        <a:pt x="477756" y="273283"/>
                      </a:cubicBezTo>
                      <a:lnTo>
                        <a:pt x="477756" y="273324"/>
                      </a:lnTo>
                      <a:cubicBezTo>
                        <a:pt x="482036" y="280741"/>
                        <a:pt x="484703" y="289084"/>
                        <a:pt x="484703" y="296635"/>
                      </a:cubicBezTo>
                      <a:lnTo>
                        <a:pt x="484703" y="4463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5" name="任意多边形: 形状 984"/>
                <p:cNvSpPr/>
                <p:nvPr>
                  <p:custDataLst>
                    <p:tags r:id="rId271"/>
                  </p:custDataLst>
                </p:nvPr>
              </p:nvSpPr>
              <p:spPr>
                <a:xfrm flipV="1">
                  <a:off x="5690113" y="1757041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744 h 28301"/>
                    <a:gd name="connsiteX1" fmla="*/ 41291 w 48983"/>
                    <a:gd name="connsiteY1" fmla="*/ 27638 h 28301"/>
                    <a:gd name="connsiteX2" fmla="*/ -962 w 48983"/>
                    <a:gd name="connsiteY2" fmla="*/ 3230 h 28301"/>
                    <a:gd name="connsiteX3" fmla="*/ 5769 w 48983"/>
                    <a:gd name="connsiteY3" fmla="*/ -664 h 28301"/>
                    <a:gd name="connsiteX4" fmla="*/ 48022 w 48983"/>
                    <a:gd name="connsiteY4" fmla="*/ 237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744"/>
                      </a:moveTo>
                      <a:lnTo>
                        <a:pt x="41291" y="27638"/>
                      </a:lnTo>
                      <a:lnTo>
                        <a:pt x="-962" y="3230"/>
                      </a:lnTo>
                      <a:lnTo>
                        <a:pt x="5769" y="-664"/>
                      </a:lnTo>
                      <a:lnTo>
                        <a:pt x="48022" y="237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6" name="任意多边形: 形状 985"/>
                <p:cNvSpPr/>
                <p:nvPr>
                  <p:custDataLst>
                    <p:tags r:id="rId272"/>
                  </p:custDataLst>
                </p:nvPr>
              </p:nvSpPr>
              <p:spPr>
                <a:xfrm flipV="1">
                  <a:off x="5690113" y="1781449"/>
                  <a:ext cx="6731" cy="52720"/>
                </a:xfrm>
                <a:custGeom>
                  <a:avLst/>
                  <a:gdLst>
                    <a:gd name="connsiteX0" fmla="*/ 5783 w 6731"/>
                    <a:gd name="connsiteY0" fmla="*/ 48195 h 52720"/>
                    <a:gd name="connsiteX1" fmla="*/ -948 w 6731"/>
                    <a:gd name="connsiteY1" fmla="*/ 52089 h 52720"/>
                    <a:gd name="connsiteX2" fmla="*/ -948 w 6731"/>
                    <a:gd name="connsiteY2" fmla="*/ 3279 h 52720"/>
                    <a:gd name="connsiteX3" fmla="*/ 5783 w 6731"/>
                    <a:gd name="connsiteY3" fmla="*/ -631 h 52720"/>
                    <a:gd name="connsiteX4" fmla="*/ 5783 w 6731"/>
                    <a:gd name="connsiteY4" fmla="*/ 48195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783" y="48195"/>
                      </a:moveTo>
                      <a:lnTo>
                        <a:pt x="-948" y="52089"/>
                      </a:lnTo>
                      <a:lnTo>
                        <a:pt x="-948" y="3279"/>
                      </a:lnTo>
                      <a:lnTo>
                        <a:pt x="5783" y="-631"/>
                      </a:lnTo>
                      <a:lnTo>
                        <a:pt x="5783" y="48195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7" name="任意多边形: 形状 986"/>
                <p:cNvSpPr/>
                <p:nvPr>
                  <p:custDataLst>
                    <p:tags r:id="rId273"/>
                  </p:custDataLst>
                </p:nvPr>
              </p:nvSpPr>
              <p:spPr>
                <a:xfrm flipV="1">
                  <a:off x="5696844" y="1760935"/>
                  <a:ext cx="42252" cy="73234"/>
                </a:xfrm>
                <a:custGeom>
                  <a:avLst/>
                  <a:gdLst>
                    <a:gd name="connsiteX0" fmla="*/ -965 w 42252"/>
                    <a:gd name="connsiteY0" fmla="*/ -640 h 73234"/>
                    <a:gd name="connsiteX1" fmla="*/ 41288 w 42252"/>
                    <a:gd name="connsiteY1" fmla="*/ 23768 h 73234"/>
                    <a:gd name="connsiteX2" fmla="*/ 41288 w 42252"/>
                    <a:gd name="connsiteY2" fmla="*/ 72594 h 73234"/>
                    <a:gd name="connsiteX3" fmla="*/ -965 w 42252"/>
                    <a:gd name="connsiteY3" fmla="*/ 48186 h 73234"/>
                    <a:gd name="connsiteX4" fmla="*/ -965 w 42252"/>
                    <a:gd name="connsiteY4" fmla="*/ -640 h 73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4">
                      <a:moveTo>
                        <a:pt x="-965" y="-640"/>
                      </a:moveTo>
                      <a:lnTo>
                        <a:pt x="41288" y="23768"/>
                      </a:lnTo>
                      <a:lnTo>
                        <a:pt x="41288" y="72594"/>
                      </a:lnTo>
                      <a:lnTo>
                        <a:pt x="-965" y="48186"/>
                      </a:lnTo>
                      <a:lnTo>
                        <a:pt x="-965" y="-640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8" name="任意多边形: 形状 987"/>
                <p:cNvSpPr/>
                <p:nvPr>
                  <p:custDataLst>
                    <p:tags r:id="rId274"/>
                  </p:custDataLst>
                </p:nvPr>
              </p:nvSpPr>
              <p:spPr>
                <a:xfrm flipV="1">
                  <a:off x="5316206" y="1864631"/>
                  <a:ext cx="263721" cy="160710"/>
                </a:xfrm>
                <a:custGeom>
                  <a:avLst/>
                  <a:gdLst>
                    <a:gd name="connsiteX0" fmla="*/ 5133 w 263721"/>
                    <a:gd name="connsiteY0" fmla="*/ 319 h 160710"/>
                    <a:gd name="connsiteX1" fmla="*/ -780 w 263721"/>
                    <a:gd name="connsiteY1" fmla="*/ 3742 h 160710"/>
                    <a:gd name="connsiteX2" fmla="*/ 5133 w 263721"/>
                    <a:gd name="connsiteY2" fmla="*/ 13961 h 160710"/>
                    <a:gd name="connsiteX3" fmla="*/ 257025 w 263721"/>
                    <a:gd name="connsiteY3" fmla="*/ 159390 h 160710"/>
                    <a:gd name="connsiteX4" fmla="*/ 262942 w 263721"/>
                    <a:gd name="connsiteY4" fmla="*/ 155962 h 160710"/>
                    <a:gd name="connsiteX5" fmla="*/ 257025 w 263721"/>
                    <a:gd name="connsiteY5" fmla="*/ 145724 h 160710"/>
                    <a:gd name="connsiteX6" fmla="*/ 5133 w 263721"/>
                    <a:gd name="connsiteY6" fmla="*/ 319 h 160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10">
                      <a:moveTo>
                        <a:pt x="5133" y="319"/>
                      </a:moveTo>
                      <a:cubicBezTo>
                        <a:pt x="1843" y="-1606"/>
                        <a:pt x="-780" y="-53"/>
                        <a:pt x="-780" y="3742"/>
                      </a:cubicBezTo>
                      <a:cubicBezTo>
                        <a:pt x="-780" y="7497"/>
                        <a:pt x="1843" y="12070"/>
                        <a:pt x="5133" y="13961"/>
                      </a:cubicBezTo>
                      <a:lnTo>
                        <a:pt x="257025" y="159390"/>
                      </a:lnTo>
                      <a:cubicBezTo>
                        <a:pt x="260275" y="161276"/>
                        <a:pt x="262942" y="159772"/>
                        <a:pt x="262942" y="155962"/>
                      </a:cubicBezTo>
                      <a:cubicBezTo>
                        <a:pt x="262942" y="152207"/>
                        <a:pt x="260275" y="147634"/>
                        <a:pt x="257025" y="145724"/>
                      </a:cubicBezTo>
                      <a:lnTo>
                        <a:pt x="5133" y="319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9" name="任意多边形: 形状 988"/>
                <p:cNvSpPr/>
                <p:nvPr>
                  <p:custDataLst>
                    <p:tags r:id="rId275"/>
                  </p:custDataLst>
                </p:nvPr>
              </p:nvSpPr>
              <p:spPr>
                <a:xfrm flipV="1">
                  <a:off x="4784186" y="1665249"/>
                  <a:ext cx="496088" cy="470753"/>
                </a:xfrm>
                <a:custGeom>
                  <a:avLst/>
                  <a:gdLst>
                    <a:gd name="connsiteX0" fmla="*/ 495592 w 496088"/>
                    <a:gd name="connsiteY0" fmla="*/ 187819 h 470753"/>
                    <a:gd name="connsiteX1" fmla="*/ 6439 w 496088"/>
                    <a:gd name="connsiteY1" fmla="*/ 470205 h 470753"/>
                    <a:gd name="connsiteX2" fmla="*/ 6398 w 496088"/>
                    <a:gd name="connsiteY2" fmla="*/ 470186 h 470753"/>
                    <a:gd name="connsiteX3" fmla="*/ 4906 w 496088"/>
                    <a:gd name="connsiteY3" fmla="*/ 467373 h 470753"/>
                    <a:gd name="connsiteX4" fmla="*/ 3532 w 496088"/>
                    <a:gd name="connsiteY4" fmla="*/ 464466 h 470753"/>
                    <a:gd name="connsiteX5" fmla="*/ 2336 w 496088"/>
                    <a:gd name="connsiteY5" fmla="*/ 461518 h 470753"/>
                    <a:gd name="connsiteX6" fmla="*/ 1349 w 496088"/>
                    <a:gd name="connsiteY6" fmla="*/ 458592 h 470753"/>
                    <a:gd name="connsiteX7" fmla="*/ 565 w 496088"/>
                    <a:gd name="connsiteY7" fmla="*/ 455610 h 470753"/>
                    <a:gd name="connsiteX8" fmla="*/ -25 w 496088"/>
                    <a:gd name="connsiteY8" fmla="*/ 452633 h 470753"/>
                    <a:gd name="connsiteX9" fmla="*/ -403 w 496088"/>
                    <a:gd name="connsiteY9" fmla="*/ 449726 h 470753"/>
                    <a:gd name="connsiteX10" fmla="*/ -497 w 496088"/>
                    <a:gd name="connsiteY10" fmla="*/ 446855 h 470753"/>
                    <a:gd name="connsiteX11" fmla="*/ -497 w 496088"/>
                    <a:gd name="connsiteY11" fmla="*/ 297149 h 470753"/>
                    <a:gd name="connsiteX12" fmla="*/ -403 w 496088"/>
                    <a:gd name="connsiteY12" fmla="*/ 294455 h 470753"/>
                    <a:gd name="connsiteX13" fmla="*/ -25 w 496088"/>
                    <a:gd name="connsiteY13" fmla="*/ 291924 h 470753"/>
                    <a:gd name="connsiteX14" fmla="*/ 565 w 496088"/>
                    <a:gd name="connsiteY14" fmla="*/ 289667 h 470753"/>
                    <a:gd name="connsiteX15" fmla="*/ 1349 w 496088"/>
                    <a:gd name="connsiteY15" fmla="*/ 287624 h 470753"/>
                    <a:gd name="connsiteX16" fmla="*/ 2336 w 496088"/>
                    <a:gd name="connsiteY16" fmla="*/ 285797 h 470753"/>
                    <a:gd name="connsiteX17" fmla="*/ 3532 w 496088"/>
                    <a:gd name="connsiteY17" fmla="*/ 284235 h 470753"/>
                    <a:gd name="connsiteX18" fmla="*/ 4906 w 496088"/>
                    <a:gd name="connsiteY18" fmla="*/ 282895 h 470753"/>
                    <a:gd name="connsiteX19" fmla="*/ 6439 w 496088"/>
                    <a:gd name="connsiteY19" fmla="*/ 281829 h 470753"/>
                    <a:gd name="connsiteX20" fmla="*/ 495592 w 496088"/>
                    <a:gd name="connsiteY20" fmla="*/ -548 h 470753"/>
                    <a:gd name="connsiteX21" fmla="*/ 494054 w 496088"/>
                    <a:gd name="connsiteY21" fmla="*/ 504 h 470753"/>
                    <a:gd name="connsiteX22" fmla="*/ 492680 w 496088"/>
                    <a:gd name="connsiteY22" fmla="*/ 1814 h 470753"/>
                    <a:gd name="connsiteX23" fmla="*/ 491484 w 496088"/>
                    <a:gd name="connsiteY23" fmla="*/ 3386 h 470753"/>
                    <a:gd name="connsiteX24" fmla="*/ 490492 w 496088"/>
                    <a:gd name="connsiteY24" fmla="*/ 5202 h 470753"/>
                    <a:gd name="connsiteX25" fmla="*/ 489713 w 496088"/>
                    <a:gd name="connsiteY25" fmla="*/ 7246 h 470753"/>
                    <a:gd name="connsiteX26" fmla="*/ 489133 w 496088"/>
                    <a:gd name="connsiteY26" fmla="*/ 9548 h 470753"/>
                    <a:gd name="connsiteX27" fmla="*/ 488746 w 496088"/>
                    <a:gd name="connsiteY27" fmla="*/ 12023 h 470753"/>
                    <a:gd name="connsiteX28" fmla="*/ 488621 w 496088"/>
                    <a:gd name="connsiteY28" fmla="*/ 14767 h 470753"/>
                    <a:gd name="connsiteX29" fmla="*/ 488621 w 496088"/>
                    <a:gd name="connsiteY29" fmla="*/ 164442 h 470753"/>
                    <a:gd name="connsiteX30" fmla="*/ 488746 w 496088"/>
                    <a:gd name="connsiteY30" fmla="*/ 167305 h 470753"/>
                    <a:gd name="connsiteX31" fmla="*/ 489094 w 496088"/>
                    <a:gd name="connsiteY31" fmla="*/ 170248 h 470753"/>
                    <a:gd name="connsiteX32" fmla="*/ 489678 w 496088"/>
                    <a:gd name="connsiteY32" fmla="*/ 173194 h 470753"/>
                    <a:gd name="connsiteX33" fmla="*/ 490492 w 496088"/>
                    <a:gd name="connsiteY33" fmla="*/ 176176 h 470753"/>
                    <a:gd name="connsiteX34" fmla="*/ 491484 w 496088"/>
                    <a:gd name="connsiteY34" fmla="*/ 179138 h 470753"/>
                    <a:gd name="connsiteX35" fmla="*/ 492650 w 496088"/>
                    <a:gd name="connsiteY35" fmla="*/ 182074 h 470753"/>
                    <a:gd name="connsiteX36" fmla="*/ 494015 w 496088"/>
                    <a:gd name="connsiteY36" fmla="*/ 184957 h 470753"/>
                    <a:gd name="connsiteX37" fmla="*/ 495551 w 496088"/>
                    <a:gd name="connsiteY37" fmla="*/ 187779 h 470753"/>
                    <a:gd name="connsiteX38" fmla="*/ 495592 w 496088"/>
                    <a:gd name="connsiteY38" fmla="*/ 187819 h 470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3">
                      <a:moveTo>
                        <a:pt x="495592" y="187819"/>
                      </a:moveTo>
                      <a:lnTo>
                        <a:pt x="6439" y="470205"/>
                      </a:lnTo>
                      <a:lnTo>
                        <a:pt x="6398" y="470186"/>
                      </a:lnTo>
                      <a:lnTo>
                        <a:pt x="4906" y="467373"/>
                      </a:lnTo>
                      <a:lnTo>
                        <a:pt x="3532" y="464466"/>
                      </a:lnTo>
                      <a:lnTo>
                        <a:pt x="2336" y="461518"/>
                      </a:lnTo>
                      <a:lnTo>
                        <a:pt x="1349" y="458592"/>
                      </a:lnTo>
                      <a:lnTo>
                        <a:pt x="565" y="455610"/>
                      </a:lnTo>
                      <a:lnTo>
                        <a:pt x="-25" y="452633"/>
                      </a:lnTo>
                      <a:lnTo>
                        <a:pt x="-403" y="449726"/>
                      </a:lnTo>
                      <a:lnTo>
                        <a:pt x="-497" y="446855"/>
                      </a:lnTo>
                      <a:lnTo>
                        <a:pt x="-497" y="297149"/>
                      </a:lnTo>
                      <a:lnTo>
                        <a:pt x="-403" y="294455"/>
                      </a:lnTo>
                      <a:lnTo>
                        <a:pt x="-25" y="291924"/>
                      </a:lnTo>
                      <a:lnTo>
                        <a:pt x="565" y="289667"/>
                      </a:lnTo>
                      <a:lnTo>
                        <a:pt x="1349" y="287624"/>
                      </a:lnTo>
                      <a:lnTo>
                        <a:pt x="2336" y="285797"/>
                      </a:lnTo>
                      <a:lnTo>
                        <a:pt x="3532" y="284235"/>
                      </a:lnTo>
                      <a:lnTo>
                        <a:pt x="4906" y="282895"/>
                      </a:lnTo>
                      <a:lnTo>
                        <a:pt x="6439" y="281829"/>
                      </a:lnTo>
                      <a:lnTo>
                        <a:pt x="495592" y="-548"/>
                      </a:lnTo>
                      <a:lnTo>
                        <a:pt x="494054" y="504"/>
                      </a:lnTo>
                      <a:lnTo>
                        <a:pt x="492680" y="1814"/>
                      </a:lnTo>
                      <a:lnTo>
                        <a:pt x="491484" y="3386"/>
                      </a:lnTo>
                      <a:lnTo>
                        <a:pt x="490492" y="5202"/>
                      </a:lnTo>
                      <a:lnTo>
                        <a:pt x="489713" y="7246"/>
                      </a:lnTo>
                      <a:lnTo>
                        <a:pt x="489133" y="9548"/>
                      </a:lnTo>
                      <a:lnTo>
                        <a:pt x="488746" y="12023"/>
                      </a:lnTo>
                      <a:lnTo>
                        <a:pt x="488621" y="14767"/>
                      </a:lnTo>
                      <a:lnTo>
                        <a:pt x="488621" y="164442"/>
                      </a:lnTo>
                      <a:lnTo>
                        <a:pt x="488746" y="167305"/>
                      </a:lnTo>
                      <a:lnTo>
                        <a:pt x="489094" y="170248"/>
                      </a:lnTo>
                      <a:lnTo>
                        <a:pt x="489678" y="173194"/>
                      </a:lnTo>
                      <a:lnTo>
                        <a:pt x="490492" y="176176"/>
                      </a:lnTo>
                      <a:lnTo>
                        <a:pt x="491484" y="179138"/>
                      </a:lnTo>
                      <a:lnTo>
                        <a:pt x="492650" y="182074"/>
                      </a:lnTo>
                      <a:lnTo>
                        <a:pt x="494015" y="184957"/>
                      </a:lnTo>
                      <a:lnTo>
                        <a:pt x="495551" y="187779"/>
                      </a:lnTo>
                      <a:lnTo>
                        <a:pt x="495592" y="187819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0" name="任意多边形: 形状 989"/>
                <p:cNvSpPr/>
                <p:nvPr>
                  <p:custDataLst>
                    <p:tags r:id="rId276"/>
                  </p:custDataLst>
                </p:nvPr>
              </p:nvSpPr>
              <p:spPr>
                <a:xfrm flipV="1">
                  <a:off x="5562139" y="1864631"/>
                  <a:ext cx="17788" cy="14478"/>
                </a:xfrm>
                <a:custGeom>
                  <a:avLst/>
                  <a:gdLst>
                    <a:gd name="connsiteX0" fmla="*/ -864 w 17788"/>
                    <a:gd name="connsiteY0" fmla="*/ 6257 h 14478"/>
                    <a:gd name="connsiteX1" fmla="*/ 11008 w 17788"/>
                    <a:gd name="connsiteY1" fmla="*/ 13092 h 14478"/>
                    <a:gd name="connsiteX2" fmla="*/ 16925 w 17788"/>
                    <a:gd name="connsiteY2" fmla="*/ 9665 h 14478"/>
                    <a:gd name="connsiteX3" fmla="*/ 11008 w 17788"/>
                    <a:gd name="connsiteY3" fmla="*/ -574 h 14478"/>
                    <a:gd name="connsiteX4" fmla="*/ -864 w 17788"/>
                    <a:gd name="connsiteY4" fmla="*/ 6257 h 14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8">
                      <a:moveTo>
                        <a:pt x="-864" y="6257"/>
                      </a:moveTo>
                      <a:lnTo>
                        <a:pt x="11008" y="13092"/>
                      </a:lnTo>
                      <a:cubicBezTo>
                        <a:pt x="14258" y="14978"/>
                        <a:pt x="16925" y="13475"/>
                        <a:pt x="16925" y="9665"/>
                      </a:cubicBezTo>
                      <a:cubicBezTo>
                        <a:pt x="16925" y="5909"/>
                        <a:pt x="14258" y="1336"/>
                        <a:pt x="11008" y="-574"/>
                      </a:cubicBezTo>
                      <a:lnTo>
                        <a:pt x="-864" y="625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1" name="任意多边形: 形状 990"/>
                <p:cNvSpPr/>
                <p:nvPr>
                  <p:custDataLst>
                    <p:tags r:id="rId277"/>
                  </p:custDataLst>
                </p:nvPr>
              </p:nvSpPr>
              <p:spPr>
                <a:xfrm flipV="1">
                  <a:off x="5629153" y="1792249"/>
                  <a:ext cx="48983" cy="28271"/>
                </a:xfrm>
                <a:custGeom>
                  <a:avLst/>
                  <a:gdLst>
                    <a:gd name="connsiteX0" fmla="*/ 48063 w 48983"/>
                    <a:gd name="connsiteY0" fmla="*/ 23750 h 28271"/>
                    <a:gd name="connsiteX1" fmla="*/ 41332 w 48983"/>
                    <a:gd name="connsiteY1" fmla="*/ 27639 h 28271"/>
                    <a:gd name="connsiteX2" fmla="*/ -921 w 48983"/>
                    <a:gd name="connsiteY2" fmla="*/ 3232 h 28271"/>
                    <a:gd name="connsiteX3" fmla="*/ 5810 w 48983"/>
                    <a:gd name="connsiteY3" fmla="*/ -632 h 28271"/>
                    <a:gd name="connsiteX4" fmla="*/ 48063 w 48983"/>
                    <a:gd name="connsiteY4" fmla="*/ 23750 h 28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1">
                      <a:moveTo>
                        <a:pt x="48063" y="23750"/>
                      </a:moveTo>
                      <a:lnTo>
                        <a:pt x="41332" y="27639"/>
                      </a:lnTo>
                      <a:lnTo>
                        <a:pt x="-921" y="3232"/>
                      </a:lnTo>
                      <a:lnTo>
                        <a:pt x="5810" y="-632"/>
                      </a:lnTo>
                      <a:lnTo>
                        <a:pt x="48063" y="23750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2" name="任意多边形: 形状 991"/>
                <p:cNvSpPr/>
                <p:nvPr>
                  <p:custDataLst>
                    <p:tags r:id="rId278"/>
                  </p:custDataLst>
                </p:nvPr>
              </p:nvSpPr>
              <p:spPr>
                <a:xfrm flipV="1">
                  <a:off x="5629153" y="1816656"/>
                  <a:ext cx="6731" cy="52686"/>
                </a:xfrm>
                <a:custGeom>
                  <a:avLst/>
                  <a:gdLst>
                    <a:gd name="connsiteX0" fmla="*/ 5825 w 6731"/>
                    <a:gd name="connsiteY0" fmla="*/ 48222 h 52686"/>
                    <a:gd name="connsiteX1" fmla="*/ -906 w 6731"/>
                    <a:gd name="connsiteY1" fmla="*/ 52086 h 52686"/>
                    <a:gd name="connsiteX2" fmla="*/ -906 w 6731"/>
                    <a:gd name="connsiteY2" fmla="*/ 3260 h 52686"/>
                    <a:gd name="connsiteX3" fmla="*/ 5825 w 6731"/>
                    <a:gd name="connsiteY3" fmla="*/ -600 h 52686"/>
                    <a:gd name="connsiteX4" fmla="*/ 5825 w 6731"/>
                    <a:gd name="connsiteY4" fmla="*/ 48222 h 52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686">
                      <a:moveTo>
                        <a:pt x="5825" y="48222"/>
                      </a:moveTo>
                      <a:lnTo>
                        <a:pt x="-906" y="52086"/>
                      </a:lnTo>
                      <a:lnTo>
                        <a:pt x="-906" y="3260"/>
                      </a:lnTo>
                      <a:lnTo>
                        <a:pt x="5825" y="-600"/>
                      </a:lnTo>
                      <a:lnTo>
                        <a:pt x="5825" y="48222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3" name="任意多边形: 形状 992"/>
                <p:cNvSpPr/>
                <p:nvPr>
                  <p:custDataLst>
                    <p:tags r:id="rId279"/>
                  </p:custDataLst>
                </p:nvPr>
              </p:nvSpPr>
              <p:spPr>
                <a:xfrm flipV="1">
                  <a:off x="5635884" y="1796138"/>
                  <a:ext cx="42252" cy="73204"/>
                </a:xfrm>
                <a:custGeom>
                  <a:avLst/>
                  <a:gdLst>
                    <a:gd name="connsiteX0" fmla="*/ -923 w 42252"/>
                    <a:gd name="connsiteY0" fmla="*/ -609 h 73204"/>
                    <a:gd name="connsiteX1" fmla="*/ 41330 w 42252"/>
                    <a:gd name="connsiteY1" fmla="*/ 23774 h 73204"/>
                    <a:gd name="connsiteX2" fmla="*/ 41330 w 42252"/>
                    <a:gd name="connsiteY2" fmla="*/ 72595 h 73204"/>
                    <a:gd name="connsiteX3" fmla="*/ -923 w 42252"/>
                    <a:gd name="connsiteY3" fmla="*/ 48212 h 73204"/>
                    <a:gd name="connsiteX4" fmla="*/ -923 w 42252"/>
                    <a:gd name="connsiteY4" fmla="*/ -609 h 73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4">
                      <a:moveTo>
                        <a:pt x="-923" y="-609"/>
                      </a:moveTo>
                      <a:lnTo>
                        <a:pt x="41330" y="23774"/>
                      </a:lnTo>
                      <a:lnTo>
                        <a:pt x="41330" y="72595"/>
                      </a:lnTo>
                      <a:lnTo>
                        <a:pt x="-923" y="48212"/>
                      </a:lnTo>
                      <a:lnTo>
                        <a:pt x="-923" y="-609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4" name="任意多边形: 形状 993"/>
                <p:cNvSpPr/>
                <p:nvPr>
                  <p:custDataLst>
                    <p:tags r:id="rId280"/>
                  </p:custDataLst>
                </p:nvPr>
              </p:nvSpPr>
              <p:spPr>
                <a:xfrm flipV="1">
                  <a:off x="4791121" y="1161495"/>
                  <a:ext cx="960765" cy="556225"/>
                </a:xfrm>
                <a:custGeom>
                  <a:avLst/>
                  <a:gdLst>
                    <a:gd name="connsiteX0" fmla="*/ 960105 w 960765"/>
                    <a:gd name="connsiteY0" fmla="*/ 271307 h 556225"/>
                    <a:gd name="connsiteX1" fmla="*/ 470951 w 960765"/>
                    <a:gd name="connsiteY1" fmla="*/ 553679 h 556225"/>
                    <a:gd name="connsiteX2" fmla="*/ 469275 w 960765"/>
                    <a:gd name="connsiteY2" fmla="*/ 554491 h 556225"/>
                    <a:gd name="connsiteX3" fmla="*/ 467434 w 960765"/>
                    <a:gd name="connsiteY3" fmla="*/ 555025 h 556225"/>
                    <a:gd name="connsiteX4" fmla="*/ 465485 w 960765"/>
                    <a:gd name="connsiteY4" fmla="*/ 555266 h 556225"/>
                    <a:gd name="connsiteX5" fmla="*/ 463440 w 960765"/>
                    <a:gd name="connsiteY5" fmla="*/ 555228 h 556225"/>
                    <a:gd name="connsiteX6" fmla="*/ 461248 w 960765"/>
                    <a:gd name="connsiteY6" fmla="*/ 554898 h 556225"/>
                    <a:gd name="connsiteX7" fmla="*/ 458985 w 960765"/>
                    <a:gd name="connsiteY7" fmla="*/ 554275 h 556225"/>
                    <a:gd name="connsiteX8" fmla="*/ 456624 w 960765"/>
                    <a:gd name="connsiteY8" fmla="*/ 553310 h 556225"/>
                    <a:gd name="connsiteX9" fmla="*/ 454238 w 960765"/>
                    <a:gd name="connsiteY9" fmla="*/ 552091 h 556225"/>
                    <a:gd name="connsiteX10" fmla="*/ 16058 w 960765"/>
                    <a:gd name="connsiteY10" fmla="*/ 299107 h 556225"/>
                    <a:gd name="connsiteX11" fmla="*/ 13631 w 960765"/>
                    <a:gd name="connsiteY11" fmla="*/ 297558 h 556225"/>
                    <a:gd name="connsiteX12" fmla="*/ 11301 w 960765"/>
                    <a:gd name="connsiteY12" fmla="*/ 295780 h 556225"/>
                    <a:gd name="connsiteX13" fmla="*/ 9014 w 960765"/>
                    <a:gd name="connsiteY13" fmla="*/ 293798 h 556225"/>
                    <a:gd name="connsiteX14" fmla="*/ 6865 w 960765"/>
                    <a:gd name="connsiteY14" fmla="*/ 291614 h 556225"/>
                    <a:gd name="connsiteX15" fmla="*/ 4777 w 960765"/>
                    <a:gd name="connsiteY15" fmla="*/ 289290 h 556225"/>
                    <a:gd name="connsiteX16" fmla="*/ 2823 w 960765"/>
                    <a:gd name="connsiteY16" fmla="*/ 286788 h 556225"/>
                    <a:gd name="connsiteX17" fmla="*/ 1011 w 960765"/>
                    <a:gd name="connsiteY17" fmla="*/ 284159 h 556225"/>
                    <a:gd name="connsiteX18" fmla="*/ -660 w 960765"/>
                    <a:gd name="connsiteY18" fmla="*/ 281416 h 556225"/>
                    <a:gd name="connsiteX19" fmla="*/ 488493 w 960765"/>
                    <a:gd name="connsiteY19" fmla="*/ -960 h 556225"/>
                    <a:gd name="connsiteX20" fmla="*/ 490165 w 960765"/>
                    <a:gd name="connsiteY20" fmla="*/ 1773 h 556225"/>
                    <a:gd name="connsiteX21" fmla="*/ 491981 w 960765"/>
                    <a:gd name="connsiteY21" fmla="*/ 4368 h 556225"/>
                    <a:gd name="connsiteX22" fmla="*/ 493925 w 960765"/>
                    <a:gd name="connsiteY22" fmla="*/ 6869 h 556225"/>
                    <a:gd name="connsiteX23" fmla="*/ 495984 w 960765"/>
                    <a:gd name="connsiteY23" fmla="*/ 9230 h 556225"/>
                    <a:gd name="connsiteX24" fmla="*/ 498167 w 960765"/>
                    <a:gd name="connsiteY24" fmla="*/ 11413 h 556225"/>
                    <a:gd name="connsiteX25" fmla="*/ 500424 w 960765"/>
                    <a:gd name="connsiteY25" fmla="*/ 13401 h 556225"/>
                    <a:gd name="connsiteX26" fmla="*/ 502781 w 960765"/>
                    <a:gd name="connsiteY26" fmla="*/ 15139 h 556225"/>
                    <a:gd name="connsiteX27" fmla="*/ 505202 w 960765"/>
                    <a:gd name="connsiteY27" fmla="*/ 16682 h 556225"/>
                    <a:gd name="connsiteX28" fmla="*/ 943354 w 960765"/>
                    <a:gd name="connsiteY28" fmla="*/ 269656 h 556225"/>
                    <a:gd name="connsiteX29" fmla="*/ 945792 w 960765"/>
                    <a:gd name="connsiteY29" fmla="*/ 270926 h 556225"/>
                    <a:gd name="connsiteX30" fmla="*/ 948142 w 960765"/>
                    <a:gd name="connsiteY30" fmla="*/ 271853 h 556225"/>
                    <a:gd name="connsiteX31" fmla="*/ 950390 w 960765"/>
                    <a:gd name="connsiteY31" fmla="*/ 272513 h 556225"/>
                    <a:gd name="connsiteX32" fmla="*/ 952549 w 960765"/>
                    <a:gd name="connsiteY32" fmla="*/ 272805 h 556225"/>
                    <a:gd name="connsiteX33" fmla="*/ 954632 w 960765"/>
                    <a:gd name="connsiteY33" fmla="*/ 272843 h 556225"/>
                    <a:gd name="connsiteX34" fmla="*/ 956587 w 960765"/>
                    <a:gd name="connsiteY34" fmla="*/ 272602 h 556225"/>
                    <a:gd name="connsiteX35" fmla="*/ 958404 w 960765"/>
                    <a:gd name="connsiteY35" fmla="*/ 272094 h 556225"/>
                    <a:gd name="connsiteX36" fmla="*/ 960105 w 960765"/>
                    <a:gd name="connsiteY36" fmla="*/ 271307 h 556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5">
                      <a:moveTo>
                        <a:pt x="960105" y="271307"/>
                      </a:moveTo>
                      <a:lnTo>
                        <a:pt x="470951" y="553679"/>
                      </a:lnTo>
                      <a:lnTo>
                        <a:pt x="469275" y="554491"/>
                      </a:lnTo>
                      <a:lnTo>
                        <a:pt x="467434" y="555025"/>
                      </a:lnTo>
                      <a:lnTo>
                        <a:pt x="465485" y="555266"/>
                      </a:lnTo>
                      <a:lnTo>
                        <a:pt x="463440" y="555228"/>
                      </a:lnTo>
                      <a:lnTo>
                        <a:pt x="461248" y="554898"/>
                      </a:lnTo>
                      <a:lnTo>
                        <a:pt x="458985" y="554275"/>
                      </a:lnTo>
                      <a:lnTo>
                        <a:pt x="456624" y="553310"/>
                      </a:lnTo>
                      <a:lnTo>
                        <a:pt x="454238" y="552091"/>
                      </a:lnTo>
                      <a:lnTo>
                        <a:pt x="16058" y="299107"/>
                      </a:lnTo>
                      <a:lnTo>
                        <a:pt x="13631" y="297558"/>
                      </a:lnTo>
                      <a:lnTo>
                        <a:pt x="11301" y="295780"/>
                      </a:lnTo>
                      <a:lnTo>
                        <a:pt x="9014" y="293798"/>
                      </a:lnTo>
                      <a:lnTo>
                        <a:pt x="6865" y="291614"/>
                      </a:lnTo>
                      <a:lnTo>
                        <a:pt x="4777" y="289290"/>
                      </a:lnTo>
                      <a:lnTo>
                        <a:pt x="2823" y="286788"/>
                      </a:lnTo>
                      <a:lnTo>
                        <a:pt x="1011" y="284159"/>
                      </a:lnTo>
                      <a:lnTo>
                        <a:pt x="-660" y="281416"/>
                      </a:lnTo>
                      <a:lnTo>
                        <a:pt x="488493" y="-960"/>
                      </a:lnTo>
                      <a:lnTo>
                        <a:pt x="490165" y="1773"/>
                      </a:lnTo>
                      <a:lnTo>
                        <a:pt x="491981" y="4368"/>
                      </a:lnTo>
                      <a:lnTo>
                        <a:pt x="493925" y="6869"/>
                      </a:lnTo>
                      <a:lnTo>
                        <a:pt x="495984" y="9230"/>
                      </a:lnTo>
                      <a:lnTo>
                        <a:pt x="498167" y="11413"/>
                      </a:lnTo>
                      <a:lnTo>
                        <a:pt x="500424" y="13401"/>
                      </a:lnTo>
                      <a:lnTo>
                        <a:pt x="502781" y="15139"/>
                      </a:lnTo>
                      <a:lnTo>
                        <a:pt x="505202" y="16682"/>
                      </a:lnTo>
                      <a:lnTo>
                        <a:pt x="943354" y="269656"/>
                      </a:lnTo>
                      <a:lnTo>
                        <a:pt x="945792" y="270926"/>
                      </a:lnTo>
                      <a:lnTo>
                        <a:pt x="948142" y="271853"/>
                      </a:lnTo>
                      <a:lnTo>
                        <a:pt x="950390" y="272513"/>
                      </a:lnTo>
                      <a:lnTo>
                        <a:pt x="952549" y="272805"/>
                      </a:lnTo>
                      <a:lnTo>
                        <a:pt x="954632" y="272843"/>
                      </a:lnTo>
                      <a:lnTo>
                        <a:pt x="956587" y="272602"/>
                      </a:lnTo>
                      <a:lnTo>
                        <a:pt x="958404" y="272094"/>
                      </a:lnTo>
                      <a:lnTo>
                        <a:pt x="960105" y="271307"/>
                      </a:lnTo>
                    </a:path>
                  </a:pathLst>
                </a:custGeom>
                <a:solidFill>
                  <a:srgbClr val="6D8890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5" name="任意多边形: 形状 994"/>
                <p:cNvSpPr/>
                <p:nvPr>
                  <p:custDataLst>
                    <p:tags r:id="rId281"/>
                  </p:custDataLst>
                </p:nvPr>
              </p:nvSpPr>
              <p:spPr>
                <a:xfrm flipV="1">
                  <a:off x="5273303" y="1443886"/>
                  <a:ext cx="485529" cy="463778"/>
                </a:xfrm>
                <a:custGeom>
                  <a:avLst/>
                  <a:gdLst>
                    <a:gd name="connsiteX0" fmla="*/ 484703 w 485529"/>
                    <a:gd name="connsiteY0" fmla="*/ 446146 h 463778"/>
                    <a:gd name="connsiteX1" fmla="*/ 477756 w 485529"/>
                    <a:gd name="connsiteY1" fmla="*/ 461462 h 463778"/>
                    <a:gd name="connsiteX2" fmla="*/ 461005 w 485529"/>
                    <a:gd name="connsiteY2" fmla="*/ 459811 h 463778"/>
                    <a:gd name="connsiteX3" fmla="*/ 22852 w 485529"/>
                    <a:gd name="connsiteY3" fmla="*/ 206837 h 463778"/>
                    <a:gd name="connsiteX4" fmla="*/ 6144 w 485529"/>
                    <a:gd name="connsiteY4" fmla="*/ 189196 h 463778"/>
                    <a:gd name="connsiteX5" fmla="*/ 6104 w 485529"/>
                    <a:gd name="connsiteY5" fmla="*/ 189162 h 463778"/>
                    <a:gd name="connsiteX6" fmla="*/ -827 w 485529"/>
                    <a:gd name="connsiteY6" fmla="*/ 165839 h 463778"/>
                    <a:gd name="connsiteX7" fmla="*/ -827 w 485529"/>
                    <a:gd name="connsiteY7" fmla="*/ 16133 h 463778"/>
                    <a:gd name="connsiteX8" fmla="*/ 6144 w 485529"/>
                    <a:gd name="connsiteY8" fmla="*/ 819 h 463778"/>
                    <a:gd name="connsiteX9" fmla="*/ 22852 w 485529"/>
                    <a:gd name="connsiteY9" fmla="*/ 2466 h 463778"/>
                    <a:gd name="connsiteX10" fmla="*/ 461005 w 485529"/>
                    <a:gd name="connsiteY10" fmla="*/ 255454 h 463778"/>
                    <a:gd name="connsiteX11" fmla="*/ 477756 w 485529"/>
                    <a:gd name="connsiteY11" fmla="*/ 273086 h 463778"/>
                    <a:gd name="connsiteX12" fmla="*/ 477756 w 485529"/>
                    <a:gd name="connsiteY12" fmla="*/ 273125 h 463778"/>
                    <a:gd name="connsiteX13" fmla="*/ 484703 w 485529"/>
                    <a:gd name="connsiteY13" fmla="*/ 296431 h 463778"/>
                    <a:gd name="connsiteX14" fmla="*/ 484703 w 485529"/>
                    <a:gd name="connsiteY14" fmla="*/ 446146 h 463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8">
                      <a:moveTo>
                        <a:pt x="484703" y="446146"/>
                      </a:moveTo>
                      <a:cubicBezTo>
                        <a:pt x="484703" y="453664"/>
                        <a:pt x="482036" y="458960"/>
                        <a:pt x="477756" y="461462"/>
                      </a:cubicBezTo>
                      <a:cubicBezTo>
                        <a:pt x="473451" y="463913"/>
                        <a:pt x="467533" y="463583"/>
                        <a:pt x="461005" y="459811"/>
                      </a:cubicBezTo>
                      <a:lnTo>
                        <a:pt x="22852" y="206837"/>
                      </a:lnTo>
                      <a:cubicBezTo>
                        <a:pt x="16289" y="203077"/>
                        <a:pt x="10386" y="196572"/>
                        <a:pt x="6144" y="189196"/>
                      </a:cubicBezTo>
                      <a:lnTo>
                        <a:pt x="6104" y="189162"/>
                      </a:lnTo>
                      <a:cubicBezTo>
                        <a:pt x="1828" y="181745"/>
                        <a:pt x="-827" y="173370"/>
                        <a:pt x="-827" y="165839"/>
                      </a:cubicBezTo>
                      <a:lnTo>
                        <a:pt x="-827" y="16133"/>
                      </a:lnTo>
                      <a:cubicBezTo>
                        <a:pt x="-827" y="8593"/>
                        <a:pt x="1828" y="3320"/>
                        <a:pt x="6144" y="819"/>
                      </a:cubicBezTo>
                      <a:cubicBezTo>
                        <a:pt x="10425" y="-1642"/>
                        <a:pt x="16323" y="-1289"/>
                        <a:pt x="22852" y="2466"/>
                      </a:cubicBezTo>
                      <a:lnTo>
                        <a:pt x="461005" y="255454"/>
                      </a:lnTo>
                      <a:cubicBezTo>
                        <a:pt x="467533" y="259215"/>
                        <a:pt x="473451" y="265669"/>
                        <a:pt x="477756" y="273086"/>
                      </a:cubicBezTo>
                      <a:lnTo>
                        <a:pt x="477756" y="273125"/>
                      </a:lnTo>
                      <a:cubicBezTo>
                        <a:pt x="482036" y="280542"/>
                        <a:pt x="484703" y="288920"/>
                        <a:pt x="484703" y="296431"/>
                      </a:cubicBezTo>
                      <a:lnTo>
                        <a:pt x="484703" y="446146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6" name="任意多边形: 形状 995"/>
                <p:cNvSpPr/>
                <p:nvPr>
                  <p:custDataLst>
                    <p:tags r:id="rId282"/>
                  </p:custDataLst>
                </p:nvPr>
              </p:nvSpPr>
              <p:spPr>
                <a:xfrm flipV="1">
                  <a:off x="5690113" y="1527137"/>
                  <a:ext cx="48983" cy="28301"/>
                </a:xfrm>
                <a:custGeom>
                  <a:avLst/>
                  <a:gdLst>
                    <a:gd name="connsiteX0" fmla="*/ 48022 w 48983"/>
                    <a:gd name="connsiteY0" fmla="*/ 23544 h 28301"/>
                    <a:gd name="connsiteX1" fmla="*/ 41291 w 48983"/>
                    <a:gd name="connsiteY1" fmla="*/ 27433 h 28301"/>
                    <a:gd name="connsiteX2" fmla="*/ -962 w 48983"/>
                    <a:gd name="connsiteY2" fmla="*/ 3026 h 28301"/>
                    <a:gd name="connsiteX3" fmla="*/ 5769 w 48983"/>
                    <a:gd name="connsiteY3" fmla="*/ -869 h 28301"/>
                    <a:gd name="connsiteX4" fmla="*/ 48022 w 48983"/>
                    <a:gd name="connsiteY4" fmla="*/ 23544 h 28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301">
                      <a:moveTo>
                        <a:pt x="48022" y="23544"/>
                      </a:moveTo>
                      <a:lnTo>
                        <a:pt x="41291" y="27433"/>
                      </a:lnTo>
                      <a:lnTo>
                        <a:pt x="-962" y="3026"/>
                      </a:lnTo>
                      <a:lnTo>
                        <a:pt x="5769" y="-869"/>
                      </a:lnTo>
                      <a:lnTo>
                        <a:pt x="48022" y="23544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7" name="任意多边形: 形状 996"/>
                <p:cNvSpPr/>
                <p:nvPr>
                  <p:custDataLst>
                    <p:tags r:id="rId283"/>
                  </p:custDataLst>
                </p:nvPr>
              </p:nvSpPr>
              <p:spPr>
                <a:xfrm flipV="1">
                  <a:off x="5690113" y="1551543"/>
                  <a:ext cx="6731" cy="52715"/>
                </a:xfrm>
                <a:custGeom>
                  <a:avLst/>
                  <a:gdLst>
                    <a:gd name="connsiteX0" fmla="*/ 5783 w 6731"/>
                    <a:gd name="connsiteY0" fmla="*/ 47984 h 52715"/>
                    <a:gd name="connsiteX1" fmla="*/ -948 w 6731"/>
                    <a:gd name="connsiteY1" fmla="*/ 51879 h 52715"/>
                    <a:gd name="connsiteX2" fmla="*/ -948 w 6731"/>
                    <a:gd name="connsiteY2" fmla="*/ 3073 h 52715"/>
                    <a:gd name="connsiteX3" fmla="*/ 5783 w 6731"/>
                    <a:gd name="connsiteY3" fmla="*/ -836 h 52715"/>
                    <a:gd name="connsiteX4" fmla="*/ 5783 w 6731"/>
                    <a:gd name="connsiteY4" fmla="*/ 47984 h 52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5">
                      <a:moveTo>
                        <a:pt x="5783" y="47984"/>
                      </a:moveTo>
                      <a:lnTo>
                        <a:pt x="-948" y="51879"/>
                      </a:lnTo>
                      <a:lnTo>
                        <a:pt x="-948" y="3073"/>
                      </a:lnTo>
                      <a:lnTo>
                        <a:pt x="5783" y="-836"/>
                      </a:lnTo>
                      <a:lnTo>
                        <a:pt x="5783" y="47984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8" name="任意多边形: 形状 997"/>
                <p:cNvSpPr/>
                <p:nvPr>
                  <p:custDataLst>
                    <p:tags r:id="rId284"/>
                  </p:custDataLst>
                </p:nvPr>
              </p:nvSpPr>
              <p:spPr>
                <a:xfrm flipV="1">
                  <a:off x="5696844" y="1531025"/>
                  <a:ext cx="42252" cy="73233"/>
                </a:xfrm>
                <a:custGeom>
                  <a:avLst/>
                  <a:gdLst>
                    <a:gd name="connsiteX0" fmla="*/ -965 w 42252"/>
                    <a:gd name="connsiteY0" fmla="*/ -845 h 73233"/>
                    <a:gd name="connsiteX1" fmla="*/ 41288 w 42252"/>
                    <a:gd name="connsiteY1" fmla="*/ 23561 h 73233"/>
                    <a:gd name="connsiteX2" fmla="*/ 41288 w 42252"/>
                    <a:gd name="connsiteY2" fmla="*/ 72388 h 73233"/>
                    <a:gd name="connsiteX3" fmla="*/ -965 w 42252"/>
                    <a:gd name="connsiteY3" fmla="*/ 47975 h 73233"/>
                    <a:gd name="connsiteX4" fmla="*/ -965 w 42252"/>
                    <a:gd name="connsiteY4" fmla="*/ -845 h 73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33">
                      <a:moveTo>
                        <a:pt x="-965" y="-845"/>
                      </a:moveTo>
                      <a:lnTo>
                        <a:pt x="41288" y="23561"/>
                      </a:lnTo>
                      <a:lnTo>
                        <a:pt x="41288" y="72388"/>
                      </a:lnTo>
                      <a:lnTo>
                        <a:pt x="-965" y="47975"/>
                      </a:lnTo>
                      <a:lnTo>
                        <a:pt x="-965" y="-84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9" name="任意多边形: 形状 998"/>
                <p:cNvSpPr/>
                <p:nvPr>
                  <p:custDataLst>
                    <p:tags r:id="rId285"/>
                  </p:custDataLst>
                </p:nvPr>
              </p:nvSpPr>
              <p:spPr>
                <a:xfrm flipV="1">
                  <a:off x="5316206" y="1634698"/>
                  <a:ext cx="263721" cy="160720"/>
                </a:xfrm>
                <a:custGeom>
                  <a:avLst/>
                  <a:gdLst>
                    <a:gd name="connsiteX0" fmla="*/ 5133 w 263721"/>
                    <a:gd name="connsiteY0" fmla="*/ 94 h 160720"/>
                    <a:gd name="connsiteX1" fmla="*/ -780 w 263721"/>
                    <a:gd name="connsiteY1" fmla="*/ 3517 h 160720"/>
                    <a:gd name="connsiteX2" fmla="*/ 5133 w 263721"/>
                    <a:gd name="connsiteY2" fmla="*/ 13767 h 160720"/>
                    <a:gd name="connsiteX3" fmla="*/ 257025 w 263721"/>
                    <a:gd name="connsiteY3" fmla="*/ 159211 h 160720"/>
                    <a:gd name="connsiteX4" fmla="*/ 262942 w 263721"/>
                    <a:gd name="connsiteY4" fmla="*/ 155783 h 160720"/>
                    <a:gd name="connsiteX5" fmla="*/ 257025 w 263721"/>
                    <a:gd name="connsiteY5" fmla="*/ 145530 h 160720"/>
                    <a:gd name="connsiteX6" fmla="*/ 5133 w 263721"/>
                    <a:gd name="connsiteY6" fmla="*/ 94 h 160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20">
                      <a:moveTo>
                        <a:pt x="5133" y="94"/>
                      </a:moveTo>
                      <a:cubicBezTo>
                        <a:pt x="1843" y="-1787"/>
                        <a:pt x="-780" y="-278"/>
                        <a:pt x="-780" y="3517"/>
                      </a:cubicBezTo>
                      <a:cubicBezTo>
                        <a:pt x="-780" y="7267"/>
                        <a:pt x="1843" y="11852"/>
                        <a:pt x="5133" y="13767"/>
                      </a:cubicBezTo>
                      <a:lnTo>
                        <a:pt x="257025" y="159211"/>
                      </a:lnTo>
                      <a:cubicBezTo>
                        <a:pt x="260275" y="161077"/>
                        <a:pt x="262942" y="159549"/>
                        <a:pt x="262942" y="155783"/>
                      </a:cubicBezTo>
                      <a:cubicBezTo>
                        <a:pt x="262942" y="151987"/>
                        <a:pt x="260275" y="147419"/>
                        <a:pt x="257025" y="145530"/>
                      </a:cubicBezTo>
                      <a:lnTo>
                        <a:pt x="5133" y="94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0" name="任意多边形: 形状 999"/>
                <p:cNvSpPr/>
                <p:nvPr>
                  <p:custDataLst>
                    <p:tags r:id="rId286"/>
                  </p:custDataLst>
                </p:nvPr>
              </p:nvSpPr>
              <p:spPr>
                <a:xfrm flipV="1">
                  <a:off x="4784186" y="1435345"/>
                  <a:ext cx="496088" cy="470752"/>
                </a:xfrm>
                <a:custGeom>
                  <a:avLst/>
                  <a:gdLst>
                    <a:gd name="connsiteX0" fmla="*/ 495592 w 496088"/>
                    <a:gd name="connsiteY0" fmla="*/ 187623 h 470752"/>
                    <a:gd name="connsiteX1" fmla="*/ 6439 w 496088"/>
                    <a:gd name="connsiteY1" fmla="*/ 469999 h 470752"/>
                    <a:gd name="connsiteX2" fmla="*/ 6398 w 496088"/>
                    <a:gd name="connsiteY2" fmla="*/ 469986 h 470752"/>
                    <a:gd name="connsiteX3" fmla="*/ 4906 w 496088"/>
                    <a:gd name="connsiteY3" fmla="*/ 467167 h 470752"/>
                    <a:gd name="connsiteX4" fmla="*/ 3532 w 496088"/>
                    <a:gd name="connsiteY4" fmla="*/ 464296 h 470752"/>
                    <a:gd name="connsiteX5" fmla="*/ 2336 w 496088"/>
                    <a:gd name="connsiteY5" fmla="*/ 461363 h 470752"/>
                    <a:gd name="connsiteX6" fmla="*/ 1349 w 496088"/>
                    <a:gd name="connsiteY6" fmla="*/ 458391 h 470752"/>
                    <a:gd name="connsiteX7" fmla="*/ 565 w 496088"/>
                    <a:gd name="connsiteY7" fmla="*/ 455406 h 470752"/>
                    <a:gd name="connsiteX8" fmla="*/ -25 w 496088"/>
                    <a:gd name="connsiteY8" fmla="*/ 452473 h 470752"/>
                    <a:gd name="connsiteX9" fmla="*/ -403 w 496088"/>
                    <a:gd name="connsiteY9" fmla="*/ 449526 h 470752"/>
                    <a:gd name="connsiteX10" fmla="*/ -497 w 496088"/>
                    <a:gd name="connsiteY10" fmla="*/ 446656 h 470752"/>
                    <a:gd name="connsiteX11" fmla="*/ -497 w 496088"/>
                    <a:gd name="connsiteY11" fmla="*/ 296952 h 470752"/>
                    <a:gd name="connsiteX12" fmla="*/ -403 w 496088"/>
                    <a:gd name="connsiteY12" fmla="*/ 294249 h 470752"/>
                    <a:gd name="connsiteX13" fmla="*/ -25 w 496088"/>
                    <a:gd name="connsiteY13" fmla="*/ 291758 h 470752"/>
                    <a:gd name="connsiteX14" fmla="*/ 565 w 496088"/>
                    <a:gd name="connsiteY14" fmla="*/ 289471 h 470752"/>
                    <a:gd name="connsiteX15" fmla="*/ 1349 w 496088"/>
                    <a:gd name="connsiteY15" fmla="*/ 287417 h 470752"/>
                    <a:gd name="connsiteX16" fmla="*/ 2336 w 496088"/>
                    <a:gd name="connsiteY16" fmla="*/ 285601 h 470752"/>
                    <a:gd name="connsiteX17" fmla="*/ 3532 w 496088"/>
                    <a:gd name="connsiteY17" fmla="*/ 284034 h 470752"/>
                    <a:gd name="connsiteX18" fmla="*/ 4906 w 496088"/>
                    <a:gd name="connsiteY18" fmla="*/ 282730 h 470752"/>
                    <a:gd name="connsiteX19" fmla="*/ 6439 w 496088"/>
                    <a:gd name="connsiteY19" fmla="*/ 281673 h 470752"/>
                    <a:gd name="connsiteX20" fmla="*/ 495592 w 496088"/>
                    <a:gd name="connsiteY20" fmla="*/ -753 h 470752"/>
                    <a:gd name="connsiteX21" fmla="*/ 494054 w 496088"/>
                    <a:gd name="connsiteY21" fmla="*/ 313 h 470752"/>
                    <a:gd name="connsiteX22" fmla="*/ 492680 w 496088"/>
                    <a:gd name="connsiteY22" fmla="*/ 1647 h 470752"/>
                    <a:gd name="connsiteX23" fmla="*/ 491484 w 496088"/>
                    <a:gd name="connsiteY23" fmla="*/ 3176 h 470752"/>
                    <a:gd name="connsiteX24" fmla="*/ 490492 w 496088"/>
                    <a:gd name="connsiteY24" fmla="*/ 4996 h 470752"/>
                    <a:gd name="connsiteX25" fmla="*/ 489713 w 496088"/>
                    <a:gd name="connsiteY25" fmla="*/ 7054 h 470752"/>
                    <a:gd name="connsiteX26" fmla="*/ 489133 w 496088"/>
                    <a:gd name="connsiteY26" fmla="*/ 9342 h 470752"/>
                    <a:gd name="connsiteX27" fmla="*/ 488746 w 496088"/>
                    <a:gd name="connsiteY27" fmla="*/ 11832 h 470752"/>
                    <a:gd name="connsiteX28" fmla="*/ 488621 w 496088"/>
                    <a:gd name="connsiteY28" fmla="*/ 14560 h 470752"/>
                    <a:gd name="connsiteX29" fmla="*/ 488621 w 496088"/>
                    <a:gd name="connsiteY29" fmla="*/ 164267 h 470752"/>
                    <a:gd name="connsiteX30" fmla="*/ 488746 w 496088"/>
                    <a:gd name="connsiteY30" fmla="*/ 167139 h 470752"/>
                    <a:gd name="connsiteX31" fmla="*/ 489094 w 496088"/>
                    <a:gd name="connsiteY31" fmla="*/ 170051 h 470752"/>
                    <a:gd name="connsiteX32" fmla="*/ 489678 w 496088"/>
                    <a:gd name="connsiteY32" fmla="*/ 173028 h 470752"/>
                    <a:gd name="connsiteX33" fmla="*/ 490492 w 496088"/>
                    <a:gd name="connsiteY33" fmla="*/ 175970 h 470752"/>
                    <a:gd name="connsiteX34" fmla="*/ 491484 w 496088"/>
                    <a:gd name="connsiteY34" fmla="*/ 178936 h 470752"/>
                    <a:gd name="connsiteX35" fmla="*/ 492650 w 496088"/>
                    <a:gd name="connsiteY35" fmla="*/ 181878 h 470752"/>
                    <a:gd name="connsiteX36" fmla="*/ 494015 w 496088"/>
                    <a:gd name="connsiteY36" fmla="*/ 184750 h 470752"/>
                    <a:gd name="connsiteX37" fmla="*/ 495551 w 496088"/>
                    <a:gd name="connsiteY37" fmla="*/ 187589 h 470752"/>
                    <a:gd name="connsiteX38" fmla="*/ 495592 w 496088"/>
                    <a:gd name="connsiteY38" fmla="*/ 187623 h 470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52">
                      <a:moveTo>
                        <a:pt x="495592" y="187623"/>
                      </a:moveTo>
                      <a:lnTo>
                        <a:pt x="6439" y="469999"/>
                      </a:lnTo>
                      <a:lnTo>
                        <a:pt x="6398" y="469986"/>
                      </a:lnTo>
                      <a:lnTo>
                        <a:pt x="4906" y="467167"/>
                      </a:lnTo>
                      <a:lnTo>
                        <a:pt x="3532" y="464296"/>
                      </a:lnTo>
                      <a:lnTo>
                        <a:pt x="2336" y="461363"/>
                      </a:lnTo>
                      <a:lnTo>
                        <a:pt x="1349" y="458391"/>
                      </a:lnTo>
                      <a:lnTo>
                        <a:pt x="565" y="455406"/>
                      </a:lnTo>
                      <a:lnTo>
                        <a:pt x="-25" y="452473"/>
                      </a:lnTo>
                      <a:lnTo>
                        <a:pt x="-403" y="449526"/>
                      </a:lnTo>
                      <a:lnTo>
                        <a:pt x="-497" y="446656"/>
                      </a:lnTo>
                      <a:lnTo>
                        <a:pt x="-497" y="296952"/>
                      </a:lnTo>
                      <a:lnTo>
                        <a:pt x="-403" y="294249"/>
                      </a:lnTo>
                      <a:lnTo>
                        <a:pt x="-25" y="291758"/>
                      </a:lnTo>
                      <a:lnTo>
                        <a:pt x="565" y="289471"/>
                      </a:lnTo>
                      <a:lnTo>
                        <a:pt x="1349" y="287417"/>
                      </a:lnTo>
                      <a:lnTo>
                        <a:pt x="2336" y="285601"/>
                      </a:lnTo>
                      <a:lnTo>
                        <a:pt x="3532" y="284034"/>
                      </a:lnTo>
                      <a:lnTo>
                        <a:pt x="4906" y="282730"/>
                      </a:lnTo>
                      <a:lnTo>
                        <a:pt x="6439" y="281673"/>
                      </a:lnTo>
                      <a:lnTo>
                        <a:pt x="495592" y="-753"/>
                      </a:lnTo>
                      <a:lnTo>
                        <a:pt x="494054" y="313"/>
                      </a:lnTo>
                      <a:lnTo>
                        <a:pt x="492680" y="1647"/>
                      </a:lnTo>
                      <a:lnTo>
                        <a:pt x="491484" y="3176"/>
                      </a:lnTo>
                      <a:lnTo>
                        <a:pt x="490492" y="4996"/>
                      </a:lnTo>
                      <a:lnTo>
                        <a:pt x="489713" y="7054"/>
                      </a:lnTo>
                      <a:lnTo>
                        <a:pt x="489133" y="9342"/>
                      </a:lnTo>
                      <a:lnTo>
                        <a:pt x="488746" y="11832"/>
                      </a:lnTo>
                      <a:lnTo>
                        <a:pt x="488621" y="14560"/>
                      </a:lnTo>
                      <a:lnTo>
                        <a:pt x="488621" y="164267"/>
                      </a:lnTo>
                      <a:lnTo>
                        <a:pt x="488746" y="167139"/>
                      </a:lnTo>
                      <a:lnTo>
                        <a:pt x="489094" y="170051"/>
                      </a:lnTo>
                      <a:lnTo>
                        <a:pt x="489678" y="173028"/>
                      </a:lnTo>
                      <a:lnTo>
                        <a:pt x="490492" y="175970"/>
                      </a:lnTo>
                      <a:lnTo>
                        <a:pt x="491484" y="178936"/>
                      </a:lnTo>
                      <a:lnTo>
                        <a:pt x="492650" y="181878"/>
                      </a:lnTo>
                      <a:lnTo>
                        <a:pt x="494015" y="184750"/>
                      </a:lnTo>
                      <a:lnTo>
                        <a:pt x="495551" y="187589"/>
                      </a:lnTo>
                      <a:lnTo>
                        <a:pt x="495592" y="187623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1" name="任意多边形: 形状 1000"/>
                <p:cNvSpPr/>
                <p:nvPr>
                  <p:custDataLst>
                    <p:tags r:id="rId287"/>
                  </p:custDataLst>
                </p:nvPr>
              </p:nvSpPr>
              <p:spPr>
                <a:xfrm flipV="1">
                  <a:off x="5562139" y="1634698"/>
                  <a:ext cx="17788" cy="14476"/>
                </a:xfrm>
                <a:custGeom>
                  <a:avLst/>
                  <a:gdLst>
                    <a:gd name="connsiteX0" fmla="*/ -864 w 17788"/>
                    <a:gd name="connsiteY0" fmla="*/ 6027 h 14476"/>
                    <a:gd name="connsiteX1" fmla="*/ 11008 w 17788"/>
                    <a:gd name="connsiteY1" fmla="*/ 12903 h 14476"/>
                    <a:gd name="connsiteX2" fmla="*/ 16925 w 17788"/>
                    <a:gd name="connsiteY2" fmla="*/ 9475 h 14476"/>
                    <a:gd name="connsiteX3" fmla="*/ 11008 w 17788"/>
                    <a:gd name="connsiteY3" fmla="*/ -779 h 14476"/>
                    <a:gd name="connsiteX4" fmla="*/ -864 w 17788"/>
                    <a:gd name="connsiteY4" fmla="*/ 6027 h 1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76">
                      <a:moveTo>
                        <a:pt x="-864" y="6027"/>
                      </a:moveTo>
                      <a:lnTo>
                        <a:pt x="11008" y="12903"/>
                      </a:lnTo>
                      <a:cubicBezTo>
                        <a:pt x="14258" y="14768"/>
                        <a:pt x="16925" y="13240"/>
                        <a:pt x="16925" y="9475"/>
                      </a:cubicBezTo>
                      <a:cubicBezTo>
                        <a:pt x="16925" y="5679"/>
                        <a:pt x="14258" y="1111"/>
                        <a:pt x="11008" y="-779"/>
                      </a:cubicBezTo>
                      <a:lnTo>
                        <a:pt x="-864" y="6027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2" name="任意多边形: 形状 1001"/>
                <p:cNvSpPr/>
                <p:nvPr>
                  <p:custDataLst>
                    <p:tags r:id="rId288"/>
                  </p:custDataLst>
                </p:nvPr>
              </p:nvSpPr>
              <p:spPr>
                <a:xfrm flipV="1">
                  <a:off x="5629153" y="1562338"/>
                  <a:ext cx="48983" cy="28277"/>
                </a:xfrm>
                <a:custGeom>
                  <a:avLst/>
                  <a:gdLst>
                    <a:gd name="connsiteX0" fmla="*/ 48063 w 48983"/>
                    <a:gd name="connsiteY0" fmla="*/ 23571 h 28277"/>
                    <a:gd name="connsiteX1" fmla="*/ 41332 w 48983"/>
                    <a:gd name="connsiteY1" fmla="*/ 27440 h 28277"/>
                    <a:gd name="connsiteX2" fmla="*/ -921 w 48983"/>
                    <a:gd name="connsiteY2" fmla="*/ 3071 h 28277"/>
                    <a:gd name="connsiteX3" fmla="*/ 5810 w 48983"/>
                    <a:gd name="connsiteY3" fmla="*/ -838 h 28277"/>
                    <a:gd name="connsiteX4" fmla="*/ 48063 w 48983"/>
                    <a:gd name="connsiteY4" fmla="*/ 23571 h 28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77">
                      <a:moveTo>
                        <a:pt x="48063" y="23571"/>
                      </a:moveTo>
                      <a:lnTo>
                        <a:pt x="41332" y="27440"/>
                      </a:lnTo>
                      <a:lnTo>
                        <a:pt x="-921" y="3071"/>
                      </a:lnTo>
                      <a:lnTo>
                        <a:pt x="5810" y="-838"/>
                      </a:lnTo>
                      <a:lnTo>
                        <a:pt x="48063" y="23571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3" name="任意多边形: 形状 1002"/>
                <p:cNvSpPr/>
                <p:nvPr>
                  <p:custDataLst>
                    <p:tags r:id="rId289"/>
                  </p:custDataLst>
                </p:nvPr>
              </p:nvSpPr>
              <p:spPr>
                <a:xfrm flipV="1">
                  <a:off x="5629153" y="1586707"/>
                  <a:ext cx="6731" cy="52720"/>
                </a:xfrm>
                <a:custGeom>
                  <a:avLst/>
                  <a:gdLst>
                    <a:gd name="connsiteX0" fmla="*/ 5825 w 6731"/>
                    <a:gd name="connsiteY0" fmla="*/ 48006 h 52720"/>
                    <a:gd name="connsiteX1" fmla="*/ -906 w 6731"/>
                    <a:gd name="connsiteY1" fmla="*/ 51915 h 52720"/>
                    <a:gd name="connsiteX2" fmla="*/ -906 w 6731"/>
                    <a:gd name="connsiteY2" fmla="*/ 3095 h 52720"/>
                    <a:gd name="connsiteX3" fmla="*/ 5825 w 6731"/>
                    <a:gd name="connsiteY3" fmla="*/ -805 h 52720"/>
                    <a:gd name="connsiteX4" fmla="*/ 5825 w 6731"/>
                    <a:gd name="connsiteY4" fmla="*/ 48006 h 5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20">
                      <a:moveTo>
                        <a:pt x="5825" y="48006"/>
                      </a:moveTo>
                      <a:lnTo>
                        <a:pt x="-906" y="51915"/>
                      </a:lnTo>
                      <a:lnTo>
                        <a:pt x="-906" y="3095"/>
                      </a:lnTo>
                      <a:lnTo>
                        <a:pt x="5825" y="-805"/>
                      </a:lnTo>
                      <a:lnTo>
                        <a:pt x="5825" y="48006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4" name="任意多边形: 形状 1003"/>
                <p:cNvSpPr/>
                <p:nvPr>
                  <p:custDataLst>
                    <p:tags r:id="rId290"/>
                  </p:custDataLst>
                </p:nvPr>
              </p:nvSpPr>
              <p:spPr>
                <a:xfrm flipV="1">
                  <a:off x="5635884" y="1566208"/>
                  <a:ext cx="42252" cy="73219"/>
                </a:xfrm>
                <a:custGeom>
                  <a:avLst/>
                  <a:gdLst>
                    <a:gd name="connsiteX0" fmla="*/ -923 w 42252"/>
                    <a:gd name="connsiteY0" fmla="*/ -814 h 73219"/>
                    <a:gd name="connsiteX1" fmla="*/ 41330 w 42252"/>
                    <a:gd name="connsiteY1" fmla="*/ 23584 h 73219"/>
                    <a:gd name="connsiteX2" fmla="*/ 41330 w 42252"/>
                    <a:gd name="connsiteY2" fmla="*/ 72405 h 73219"/>
                    <a:gd name="connsiteX3" fmla="*/ -923 w 42252"/>
                    <a:gd name="connsiteY3" fmla="*/ 47997 h 73219"/>
                    <a:gd name="connsiteX4" fmla="*/ -923 w 42252"/>
                    <a:gd name="connsiteY4" fmla="*/ -814 h 73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19">
                      <a:moveTo>
                        <a:pt x="-923" y="-814"/>
                      </a:moveTo>
                      <a:lnTo>
                        <a:pt x="41330" y="23584"/>
                      </a:lnTo>
                      <a:lnTo>
                        <a:pt x="41330" y="72405"/>
                      </a:lnTo>
                      <a:lnTo>
                        <a:pt x="-923" y="47997"/>
                      </a:lnTo>
                      <a:lnTo>
                        <a:pt x="-923" y="-814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5" name="任意多边形: 形状 1004"/>
                <p:cNvSpPr/>
                <p:nvPr>
                  <p:custDataLst>
                    <p:tags r:id="rId291"/>
                  </p:custDataLst>
                </p:nvPr>
              </p:nvSpPr>
              <p:spPr>
                <a:xfrm flipV="1">
                  <a:off x="4791121" y="927002"/>
                  <a:ext cx="960765" cy="556224"/>
                </a:xfrm>
                <a:custGeom>
                  <a:avLst/>
                  <a:gdLst>
                    <a:gd name="connsiteX0" fmla="*/ 960105 w 960765"/>
                    <a:gd name="connsiteY0" fmla="*/ 271096 h 556224"/>
                    <a:gd name="connsiteX1" fmla="*/ 470951 w 960765"/>
                    <a:gd name="connsiteY1" fmla="*/ 553519 h 556224"/>
                    <a:gd name="connsiteX2" fmla="*/ 469275 w 960765"/>
                    <a:gd name="connsiteY2" fmla="*/ 554294 h 556224"/>
                    <a:gd name="connsiteX3" fmla="*/ 467434 w 960765"/>
                    <a:gd name="connsiteY3" fmla="*/ 554814 h 556224"/>
                    <a:gd name="connsiteX4" fmla="*/ 465485 w 960765"/>
                    <a:gd name="connsiteY4" fmla="*/ 555056 h 556224"/>
                    <a:gd name="connsiteX5" fmla="*/ 463440 w 960765"/>
                    <a:gd name="connsiteY5" fmla="*/ 555017 h 556224"/>
                    <a:gd name="connsiteX6" fmla="*/ 461248 w 960765"/>
                    <a:gd name="connsiteY6" fmla="*/ 554713 h 556224"/>
                    <a:gd name="connsiteX7" fmla="*/ 458985 w 960765"/>
                    <a:gd name="connsiteY7" fmla="*/ 554065 h 556224"/>
                    <a:gd name="connsiteX8" fmla="*/ 456624 w 960765"/>
                    <a:gd name="connsiteY8" fmla="*/ 553138 h 556224"/>
                    <a:gd name="connsiteX9" fmla="*/ 454238 w 960765"/>
                    <a:gd name="connsiteY9" fmla="*/ 551881 h 556224"/>
                    <a:gd name="connsiteX10" fmla="*/ 16058 w 960765"/>
                    <a:gd name="connsiteY10" fmla="*/ 298896 h 556224"/>
                    <a:gd name="connsiteX11" fmla="*/ 13631 w 960765"/>
                    <a:gd name="connsiteY11" fmla="*/ 297347 h 556224"/>
                    <a:gd name="connsiteX12" fmla="*/ 11301 w 960765"/>
                    <a:gd name="connsiteY12" fmla="*/ 295607 h 556224"/>
                    <a:gd name="connsiteX13" fmla="*/ 9014 w 960765"/>
                    <a:gd name="connsiteY13" fmla="*/ 293613 h 556224"/>
                    <a:gd name="connsiteX14" fmla="*/ 6865 w 960765"/>
                    <a:gd name="connsiteY14" fmla="*/ 291442 h 556224"/>
                    <a:gd name="connsiteX15" fmla="*/ 4777 w 960765"/>
                    <a:gd name="connsiteY15" fmla="*/ 289079 h 556224"/>
                    <a:gd name="connsiteX16" fmla="*/ 2823 w 960765"/>
                    <a:gd name="connsiteY16" fmla="*/ 286577 h 556224"/>
                    <a:gd name="connsiteX17" fmla="*/ 1011 w 960765"/>
                    <a:gd name="connsiteY17" fmla="*/ 283987 h 556224"/>
                    <a:gd name="connsiteX18" fmla="*/ -660 w 960765"/>
                    <a:gd name="connsiteY18" fmla="*/ 281244 h 556224"/>
                    <a:gd name="connsiteX19" fmla="*/ 488493 w 960765"/>
                    <a:gd name="connsiteY19" fmla="*/ -1169 h 556224"/>
                    <a:gd name="connsiteX20" fmla="*/ 490165 w 960765"/>
                    <a:gd name="connsiteY20" fmla="*/ 1564 h 556224"/>
                    <a:gd name="connsiteX21" fmla="*/ 491981 w 960765"/>
                    <a:gd name="connsiteY21" fmla="*/ 4193 h 556224"/>
                    <a:gd name="connsiteX22" fmla="*/ 493925 w 960765"/>
                    <a:gd name="connsiteY22" fmla="*/ 6694 h 556224"/>
                    <a:gd name="connsiteX23" fmla="*/ 495984 w 960765"/>
                    <a:gd name="connsiteY23" fmla="*/ 9015 h 556224"/>
                    <a:gd name="connsiteX24" fmla="*/ 498167 w 960765"/>
                    <a:gd name="connsiteY24" fmla="*/ 11198 h 556224"/>
                    <a:gd name="connsiteX25" fmla="*/ 500424 w 960765"/>
                    <a:gd name="connsiteY25" fmla="*/ 13185 h 556224"/>
                    <a:gd name="connsiteX26" fmla="*/ 502781 w 960765"/>
                    <a:gd name="connsiteY26" fmla="*/ 14963 h 556224"/>
                    <a:gd name="connsiteX27" fmla="*/ 505202 w 960765"/>
                    <a:gd name="connsiteY27" fmla="*/ 16512 h 556224"/>
                    <a:gd name="connsiteX28" fmla="*/ 943354 w 960765"/>
                    <a:gd name="connsiteY28" fmla="*/ 269458 h 556224"/>
                    <a:gd name="connsiteX29" fmla="*/ 945792 w 960765"/>
                    <a:gd name="connsiteY29" fmla="*/ 270715 h 556224"/>
                    <a:gd name="connsiteX30" fmla="*/ 948142 w 960765"/>
                    <a:gd name="connsiteY30" fmla="*/ 271642 h 556224"/>
                    <a:gd name="connsiteX31" fmla="*/ 950390 w 960765"/>
                    <a:gd name="connsiteY31" fmla="*/ 272290 h 556224"/>
                    <a:gd name="connsiteX32" fmla="*/ 952549 w 960765"/>
                    <a:gd name="connsiteY32" fmla="*/ 272633 h 556224"/>
                    <a:gd name="connsiteX33" fmla="*/ 954632 w 960765"/>
                    <a:gd name="connsiteY33" fmla="*/ 272671 h 556224"/>
                    <a:gd name="connsiteX34" fmla="*/ 956587 w 960765"/>
                    <a:gd name="connsiteY34" fmla="*/ 272430 h 556224"/>
                    <a:gd name="connsiteX35" fmla="*/ 958404 w 960765"/>
                    <a:gd name="connsiteY35" fmla="*/ 271884 h 556224"/>
                    <a:gd name="connsiteX36" fmla="*/ 960105 w 960765"/>
                    <a:gd name="connsiteY36" fmla="*/ 271096 h 556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960765" h="556224">
                      <a:moveTo>
                        <a:pt x="960105" y="271096"/>
                      </a:moveTo>
                      <a:lnTo>
                        <a:pt x="470951" y="553519"/>
                      </a:lnTo>
                      <a:lnTo>
                        <a:pt x="469275" y="554294"/>
                      </a:lnTo>
                      <a:lnTo>
                        <a:pt x="467434" y="554814"/>
                      </a:lnTo>
                      <a:lnTo>
                        <a:pt x="465485" y="555056"/>
                      </a:lnTo>
                      <a:lnTo>
                        <a:pt x="463440" y="555017"/>
                      </a:lnTo>
                      <a:lnTo>
                        <a:pt x="461248" y="554713"/>
                      </a:lnTo>
                      <a:lnTo>
                        <a:pt x="458985" y="554065"/>
                      </a:lnTo>
                      <a:lnTo>
                        <a:pt x="456624" y="553138"/>
                      </a:lnTo>
                      <a:lnTo>
                        <a:pt x="454238" y="551881"/>
                      </a:lnTo>
                      <a:lnTo>
                        <a:pt x="16058" y="298896"/>
                      </a:lnTo>
                      <a:lnTo>
                        <a:pt x="13631" y="297347"/>
                      </a:lnTo>
                      <a:lnTo>
                        <a:pt x="11301" y="295607"/>
                      </a:lnTo>
                      <a:lnTo>
                        <a:pt x="9014" y="293613"/>
                      </a:lnTo>
                      <a:lnTo>
                        <a:pt x="6865" y="291442"/>
                      </a:lnTo>
                      <a:lnTo>
                        <a:pt x="4777" y="289079"/>
                      </a:lnTo>
                      <a:lnTo>
                        <a:pt x="2823" y="286577"/>
                      </a:lnTo>
                      <a:lnTo>
                        <a:pt x="1011" y="283987"/>
                      </a:lnTo>
                      <a:lnTo>
                        <a:pt x="-660" y="281244"/>
                      </a:lnTo>
                      <a:lnTo>
                        <a:pt x="488493" y="-1169"/>
                      </a:lnTo>
                      <a:lnTo>
                        <a:pt x="490165" y="1564"/>
                      </a:lnTo>
                      <a:lnTo>
                        <a:pt x="491981" y="4193"/>
                      </a:lnTo>
                      <a:lnTo>
                        <a:pt x="493925" y="6694"/>
                      </a:lnTo>
                      <a:lnTo>
                        <a:pt x="495984" y="9015"/>
                      </a:lnTo>
                      <a:lnTo>
                        <a:pt x="498167" y="11198"/>
                      </a:lnTo>
                      <a:lnTo>
                        <a:pt x="500424" y="13185"/>
                      </a:lnTo>
                      <a:lnTo>
                        <a:pt x="502781" y="14963"/>
                      </a:lnTo>
                      <a:lnTo>
                        <a:pt x="505202" y="16512"/>
                      </a:lnTo>
                      <a:lnTo>
                        <a:pt x="943354" y="269458"/>
                      </a:lnTo>
                      <a:lnTo>
                        <a:pt x="945792" y="270715"/>
                      </a:lnTo>
                      <a:lnTo>
                        <a:pt x="948142" y="271642"/>
                      </a:lnTo>
                      <a:lnTo>
                        <a:pt x="950390" y="272290"/>
                      </a:lnTo>
                      <a:lnTo>
                        <a:pt x="952549" y="272633"/>
                      </a:lnTo>
                      <a:lnTo>
                        <a:pt x="954632" y="272671"/>
                      </a:lnTo>
                      <a:lnTo>
                        <a:pt x="956587" y="272430"/>
                      </a:lnTo>
                      <a:lnTo>
                        <a:pt x="958404" y="271884"/>
                      </a:lnTo>
                      <a:lnTo>
                        <a:pt x="960105" y="271096"/>
                      </a:lnTo>
                    </a:path>
                  </a:pathLst>
                </a:custGeom>
                <a:solidFill>
                  <a:srgbClr val="B2C0C1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6" name="任意多边形: 形状 1005"/>
                <p:cNvSpPr/>
                <p:nvPr>
                  <p:custDataLst>
                    <p:tags r:id="rId292"/>
                  </p:custDataLst>
                </p:nvPr>
              </p:nvSpPr>
              <p:spPr>
                <a:xfrm flipV="1">
                  <a:off x="5273303" y="1209397"/>
                  <a:ext cx="485529" cy="463771"/>
                </a:xfrm>
                <a:custGeom>
                  <a:avLst/>
                  <a:gdLst>
                    <a:gd name="connsiteX0" fmla="*/ 484703 w 485529"/>
                    <a:gd name="connsiteY0" fmla="*/ 445920 h 463771"/>
                    <a:gd name="connsiteX1" fmla="*/ 477756 w 485529"/>
                    <a:gd name="connsiteY1" fmla="*/ 461248 h 463771"/>
                    <a:gd name="connsiteX2" fmla="*/ 461005 w 485529"/>
                    <a:gd name="connsiteY2" fmla="*/ 459610 h 463771"/>
                    <a:gd name="connsiteX3" fmla="*/ 22852 w 485529"/>
                    <a:gd name="connsiteY3" fmla="*/ 206664 h 463771"/>
                    <a:gd name="connsiteX4" fmla="*/ 6144 w 485529"/>
                    <a:gd name="connsiteY4" fmla="*/ 188983 h 463771"/>
                    <a:gd name="connsiteX5" fmla="*/ 6104 w 485529"/>
                    <a:gd name="connsiteY5" fmla="*/ 188943 h 463771"/>
                    <a:gd name="connsiteX6" fmla="*/ -827 w 485529"/>
                    <a:gd name="connsiteY6" fmla="*/ 165627 h 463771"/>
                    <a:gd name="connsiteX7" fmla="*/ -827 w 485529"/>
                    <a:gd name="connsiteY7" fmla="*/ 15926 h 463771"/>
                    <a:gd name="connsiteX8" fmla="*/ 6144 w 485529"/>
                    <a:gd name="connsiteY8" fmla="*/ 646 h 463771"/>
                    <a:gd name="connsiteX9" fmla="*/ 22852 w 485529"/>
                    <a:gd name="connsiteY9" fmla="*/ 2243 h 463771"/>
                    <a:gd name="connsiteX10" fmla="*/ 461005 w 485529"/>
                    <a:gd name="connsiteY10" fmla="*/ 255242 h 463771"/>
                    <a:gd name="connsiteX11" fmla="*/ 477756 w 485529"/>
                    <a:gd name="connsiteY11" fmla="*/ 272869 h 463771"/>
                    <a:gd name="connsiteX12" fmla="*/ 477756 w 485529"/>
                    <a:gd name="connsiteY12" fmla="*/ 272908 h 463771"/>
                    <a:gd name="connsiteX13" fmla="*/ 484703 w 485529"/>
                    <a:gd name="connsiteY13" fmla="*/ 296225 h 463771"/>
                    <a:gd name="connsiteX14" fmla="*/ 484703 w 485529"/>
                    <a:gd name="connsiteY14" fmla="*/ 445920 h 463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5529" h="463771">
                      <a:moveTo>
                        <a:pt x="484703" y="445920"/>
                      </a:moveTo>
                      <a:cubicBezTo>
                        <a:pt x="484703" y="453489"/>
                        <a:pt x="482036" y="458785"/>
                        <a:pt x="477756" y="461248"/>
                      </a:cubicBezTo>
                      <a:cubicBezTo>
                        <a:pt x="473451" y="463700"/>
                        <a:pt x="467533" y="463357"/>
                        <a:pt x="461005" y="459610"/>
                      </a:cubicBezTo>
                      <a:lnTo>
                        <a:pt x="22852" y="206664"/>
                      </a:lnTo>
                      <a:cubicBezTo>
                        <a:pt x="16289" y="202858"/>
                        <a:pt x="10386" y="196394"/>
                        <a:pt x="6144" y="188983"/>
                      </a:cubicBezTo>
                      <a:lnTo>
                        <a:pt x="6104" y="188943"/>
                      </a:lnTo>
                      <a:cubicBezTo>
                        <a:pt x="1828" y="181526"/>
                        <a:pt x="-827" y="173177"/>
                        <a:pt x="-827" y="165627"/>
                      </a:cubicBezTo>
                      <a:lnTo>
                        <a:pt x="-827" y="15926"/>
                      </a:lnTo>
                      <a:cubicBezTo>
                        <a:pt x="-827" y="8394"/>
                        <a:pt x="1828" y="3101"/>
                        <a:pt x="6144" y="646"/>
                      </a:cubicBezTo>
                      <a:cubicBezTo>
                        <a:pt x="10425" y="-1854"/>
                        <a:pt x="16323" y="-1513"/>
                        <a:pt x="22852" y="2243"/>
                      </a:cubicBezTo>
                      <a:lnTo>
                        <a:pt x="461005" y="255242"/>
                      </a:lnTo>
                      <a:cubicBezTo>
                        <a:pt x="467533" y="258988"/>
                        <a:pt x="473451" y="265491"/>
                        <a:pt x="477756" y="272869"/>
                      </a:cubicBezTo>
                      <a:lnTo>
                        <a:pt x="477756" y="272908"/>
                      </a:lnTo>
                      <a:cubicBezTo>
                        <a:pt x="482036" y="280324"/>
                        <a:pt x="484703" y="288706"/>
                        <a:pt x="484703" y="296225"/>
                      </a:cubicBezTo>
                      <a:lnTo>
                        <a:pt x="484703" y="445920"/>
                      </a:lnTo>
                    </a:path>
                  </a:pathLst>
                </a:custGeom>
                <a:solidFill>
                  <a:srgbClr val="DEE5E5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7" name="任意多边形: 形状 1006"/>
                <p:cNvSpPr/>
                <p:nvPr>
                  <p:custDataLst>
                    <p:tags r:id="rId293"/>
                  </p:custDataLst>
                </p:nvPr>
              </p:nvSpPr>
              <p:spPr>
                <a:xfrm flipV="1">
                  <a:off x="5690113" y="1292648"/>
                  <a:ext cx="48983" cy="28257"/>
                </a:xfrm>
                <a:custGeom>
                  <a:avLst/>
                  <a:gdLst>
                    <a:gd name="connsiteX0" fmla="*/ 48022 w 48983"/>
                    <a:gd name="connsiteY0" fmla="*/ 23331 h 28257"/>
                    <a:gd name="connsiteX1" fmla="*/ 41291 w 48983"/>
                    <a:gd name="connsiteY1" fmla="*/ 27179 h 28257"/>
                    <a:gd name="connsiteX2" fmla="*/ -962 w 48983"/>
                    <a:gd name="connsiteY2" fmla="*/ 2808 h 28257"/>
                    <a:gd name="connsiteX3" fmla="*/ 5769 w 48983"/>
                    <a:gd name="connsiteY3" fmla="*/ -1078 h 28257"/>
                    <a:gd name="connsiteX4" fmla="*/ 48022 w 48983"/>
                    <a:gd name="connsiteY4" fmla="*/ 23331 h 28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57">
                      <a:moveTo>
                        <a:pt x="48022" y="23331"/>
                      </a:moveTo>
                      <a:lnTo>
                        <a:pt x="41291" y="27179"/>
                      </a:lnTo>
                      <a:lnTo>
                        <a:pt x="-962" y="2808"/>
                      </a:lnTo>
                      <a:lnTo>
                        <a:pt x="5769" y="-1078"/>
                      </a:lnTo>
                      <a:lnTo>
                        <a:pt x="48022" y="23331"/>
                      </a:lnTo>
                    </a:path>
                  </a:pathLst>
                </a:custGeom>
                <a:solidFill>
                  <a:srgbClr val="EF9E23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8" name="任意多边形: 形状 1007"/>
                <p:cNvSpPr/>
                <p:nvPr>
                  <p:custDataLst>
                    <p:tags r:id="rId294"/>
                  </p:custDataLst>
                </p:nvPr>
              </p:nvSpPr>
              <p:spPr>
                <a:xfrm flipV="1">
                  <a:off x="5690113" y="1317019"/>
                  <a:ext cx="6731" cy="52717"/>
                </a:xfrm>
                <a:custGeom>
                  <a:avLst/>
                  <a:gdLst>
                    <a:gd name="connsiteX0" fmla="*/ 5783 w 6731"/>
                    <a:gd name="connsiteY0" fmla="*/ 47786 h 52717"/>
                    <a:gd name="connsiteX1" fmla="*/ -948 w 6731"/>
                    <a:gd name="connsiteY1" fmla="*/ 51672 h 52717"/>
                    <a:gd name="connsiteX2" fmla="*/ -948 w 6731"/>
                    <a:gd name="connsiteY2" fmla="*/ 2815 h 52717"/>
                    <a:gd name="connsiteX3" fmla="*/ 5783 w 6731"/>
                    <a:gd name="connsiteY3" fmla="*/ -1046 h 52717"/>
                    <a:gd name="connsiteX4" fmla="*/ 5783 w 6731"/>
                    <a:gd name="connsiteY4" fmla="*/ 47786 h 5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17">
                      <a:moveTo>
                        <a:pt x="5783" y="47786"/>
                      </a:moveTo>
                      <a:lnTo>
                        <a:pt x="-948" y="51672"/>
                      </a:lnTo>
                      <a:lnTo>
                        <a:pt x="-948" y="2815"/>
                      </a:lnTo>
                      <a:lnTo>
                        <a:pt x="5783" y="-1046"/>
                      </a:lnTo>
                      <a:lnTo>
                        <a:pt x="5783" y="47786"/>
                      </a:lnTo>
                    </a:path>
                  </a:pathLst>
                </a:custGeom>
                <a:solidFill>
                  <a:srgbClr val="D88D1F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9" name="任意多边形: 形状 1008"/>
                <p:cNvSpPr/>
                <p:nvPr>
                  <p:custDataLst>
                    <p:tags r:id="rId295"/>
                  </p:custDataLst>
                </p:nvPr>
              </p:nvSpPr>
              <p:spPr>
                <a:xfrm flipV="1">
                  <a:off x="5696844" y="1296534"/>
                  <a:ext cx="42252" cy="73202"/>
                </a:xfrm>
                <a:custGeom>
                  <a:avLst/>
                  <a:gdLst>
                    <a:gd name="connsiteX0" fmla="*/ -965 w 42252"/>
                    <a:gd name="connsiteY0" fmla="*/ -1055 h 73202"/>
                    <a:gd name="connsiteX1" fmla="*/ 41288 w 42252"/>
                    <a:gd name="connsiteY1" fmla="*/ 23367 h 73202"/>
                    <a:gd name="connsiteX2" fmla="*/ 41288 w 42252"/>
                    <a:gd name="connsiteY2" fmla="*/ 72148 h 73202"/>
                    <a:gd name="connsiteX3" fmla="*/ -965 w 42252"/>
                    <a:gd name="connsiteY3" fmla="*/ 47777 h 73202"/>
                    <a:gd name="connsiteX4" fmla="*/ -965 w 42252"/>
                    <a:gd name="connsiteY4" fmla="*/ -1055 h 73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02">
                      <a:moveTo>
                        <a:pt x="-965" y="-1055"/>
                      </a:moveTo>
                      <a:lnTo>
                        <a:pt x="41288" y="23367"/>
                      </a:lnTo>
                      <a:lnTo>
                        <a:pt x="41288" y="72148"/>
                      </a:lnTo>
                      <a:lnTo>
                        <a:pt x="-965" y="47777"/>
                      </a:lnTo>
                      <a:lnTo>
                        <a:pt x="-965" y="-1055"/>
                      </a:lnTo>
                    </a:path>
                  </a:pathLst>
                </a:custGeom>
                <a:solidFill>
                  <a:srgbClr val="F9AC32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0" name="任意多边形: 形状 1009"/>
                <p:cNvSpPr/>
                <p:nvPr>
                  <p:custDataLst>
                    <p:tags r:id="rId296"/>
                  </p:custDataLst>
                </p:nvPr>
              </p:nvSpPr>
              <p:spPr>
                <a:xfrm flipV="1">
                  <a:off x="5316206" y="1400212"/>
                  <a:ext cx="263721" cy="160706"/>
                </a:xfrm>
                <a:custGeom>
                  <a:avLst/>
                  <a:gdLst>
                    <a:gd name="connsiteX0" fmla="*/ 5133 w 263721"/>
                    <a:gd name="connsiteY0" fmla="*/ -121 h 160706"/>
                    <a:gd name="connsiteX1" fmla="*/ -780 w 263721"/>
                    <a:gd name="connsiteY1" fmla="*/ 3287 h 160706"/>
                    <a:gd name="connsiteX2" fmla="*/ 5133 w 263721"/>
                    <a:gd name="connsiteY2" fmla="*/ 13556 h 160706"/>
                    <a:gd name="connsiteX3" fmla="*/ 257025 w 263721"/>
                    <a:gd name="connsiteY3" fmla="*/ 158978 h 160706"/>
                    <a:gd name="connsiteX4" fmla="*/ 262942 w 263721"/>
                    <a:gd name="connsiteY4" fmla="*/ 155562 h 160706"/>
                    <a:gd name="connsiteX5" fmla="*/ 257025 w 263721"/>
                    <a:gd name="connsiteY5" fmla="*/ 145313 h 160706"/>
                    <a:gd name="connsiteX6" fmla="*/ 5133 w 263721"/>
                    <a:gd name="connsiteY6" fmla="*/ -121 h 160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3721" h="160706">
                      <a:moveTo>
                        <a:pt x="5133" y="-121"/>
                      </a:moveTo>
                      <a:cubicBezTo>
                        <a:pt x="1843" y="-2002"/>
                        <a:pt x="-780" y="-459"/>
                        <a:pt x="-780" y="3287"/>
                      </a:cubicBezTo>
                      <a:cubicBezTo>
                        <a:pt x="-780" y="7086"/>
                        <a:pt x="1843" y="11671"/>
                        <a:pt x="5133" y="13556"/>
                      </a:cubicBezTo>
                      <a:lnTo>
                        <a:pt x="257025" y="158978"/>
                      </a:lnTo>
                      <a:cubicBezTo>
                        <a:pt x="260275" y="160858"/>
                        <a:pt x="262942" y="159334"/>
                        <a:pt x="262942" y="155562"/>
                      </a:cubicBezTo>
                      <a:cubicBezTo>
                        <a:pt x="262942" y="151803"/>
                        <a:pt x="260275" y="147193"/>
                        <a:pt x="257025" y="145313"/>
                      </a:cubicBezTo>
                      <a:lnTo>
                        <a:pt x="5133" y="-121"/>
                      </a:lnTo>
                    </a:path>
                  </a:pathLst>
                </a:custGeom>
                <a:solidFill>
                  <a:srgbClr val="3F4F5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1" name="任意多边形: 形状 1010"/>
                <p:cNvSpPr/>
                <p:nvPr>
                  <p:custDataLst>
                    <p:tags r:id="rId297"/>
                  </p:custDataLst>
                </p:nvPr>
              </p:nvSpPr>
              <p:spPr>
                <a:xfrm flipV="1">
                  <a:off x="4784186" y="1200814"/>
                  <a:ext cx="496088" cy="470790"/>
                </a:xfrm>
                <a:custGeom>
                  <a:avLst/>
                  <a:gdLst>
                    <a:gd name="connsiteX0" fmla="*/ 495592 w 496088"/>
                    <a:gd name="connsiteY0" fmla="*/ 187415 h 470790"/>
                    <a:gd name="connsiteX1" fmla="*/ 6439 w 496088"/>
                    <a:gd name="connsiteY1" fmla="*/ 469828 h 470790"/>
                    <a:gd name="connsiteX2" fmla="*/ 6398 w 496088"/>
                    <a:gd name="connsiteY2" fmla="*/ 469802 h 470790"/>
                    <a:gd name="connsiteX3" fmla="*/ 4906 w 496088"/>
                    <a:gd name="connsiteY3" fmla="*/ 466957 h 470790"/>
                    <a:gd name="connsiteX4" fmla="*/ 3532 w 496088"/>
                    <a:gd name="connsiteY4" fmla="*/ 464087 h 470790"/>
                    <a:gd name="connsiteX5" fmla="*/ 2336 w 496088"/>
                    <a:gd name="connsiteY5" fmla="*/ 461141 h 470790"/>
                    <a:gd name="connsiteX6" fmla="*/ 1349 w 496088"/>
                    <a:gd name="connsiteY6" fmla="*/ 458169 h 470790"/>
                    <a:gd name="connsiteX7" fmla="*/ 565 w 496088"/>
                    <a:gd name="connsiteY7" fmla="*/ 455235 h 470790"/>
                    <a:gd name="connsiteX8" fmla="*/ -25 w 496088"/>
                    <a:gd name="connsiteY8" fmla="*/ 452263 h 470790"/>
                    <a:gd name="connsiteX9" fmla="*/ -403 w 496088"/>
                    <a:gd name="connsiteY9" fmla="*/ 449355 h 470790"/>
                    <a:gd name="connsiteX10" fmla="*/ -497 w 496088"/>
                    <a:gd name="connsiteY10" fmla="*/ 446485 h 470790"/>
                    <a:gd name="connsiteX11" fmla="*/ -497 w 496088"/>
                    <a:gd name="connsiteY11" fmla="*/ 296777 h 470790"/>
                    <a:gd name="connsiteX12" fmla="*/ -403 w 496088"/>
                    <a:gd name="connsiteY12" fmla="*/ 294034 h 470790"/>
                    <a:gd name="connsiteX13" fmla="*/ -25 w 496088"/>
                    <a:gd name="connsiteY13" fmla="*/ 291545 h 470790"/>
                    <a:gd name="connsiteX14" fmla="*/ 565 w 496088"/>
                    <a:gd name="connsiteY14" fmla="*/ 289246 h 470790"/>
                    <a:gd name="connsiteX15" fmla="*/ 1349 w 496088"/>
                    <a:gd name="connsiteY15" fmla="*/ 287202 h 470790"/>
                    <a:gd name="connsiteX16" fmla="*/ 2336 w 496088"/>
                    <a:gd name="connsiteY16" fmla="*/ 285398 h 470790"/>
                    <a:gd name="connsiteX17" fmla="*/ 3532 w 496088"/>
                    <a:gd name="connsiteY17" fmla="*/ 283861 h 470790"/>
                    <a:gd name="connsiteX18" fmla="*/ 4906 w 496088"/>
                    <a:gd name="connsiteY18" fmla="*/ 282515 h 470790"/>
                    <a:gd name="connsiteX19" fmla="*/ 6439 w 496088"/>
                    <a:gd name="connsiteY19" fmla="*/ 281461 h 470790"/>
                    <a:gd name="connsiteX20" fmla="*/ 495592 w 496088"/>
                    <a:gd name="connsiteY20" fmla="*/ -963 h 470790"/>
                    <a:gd name="connsiteX21" fmla="*/ 494054 w 496088"/>
                    <a:gd name="connsiteY21" fmla="*/ 140 h 470790"/>
                    <a:gd name="connsiteX22" fmla="*/ 492680 w 496088"/>
                    <a:gd name="connsiteY22" fmla="*/ 1439 h 470790"/>
                    <a:gd name="connsiteX23" fmla="*/ 491484 w 496088"/>
                    <a:gd name="connsiteY23" fmla="*/ 3006 h 470790"/>
                    <a:gd name="connsiteX24" fmla="*/ 490492 w 496088"/>
                    <a:gd name="connsiteY24" fmla="*/ 4812 h 470790"/>
                    <a:gd name="connsiteX25" fmla="*/ 489713 w 496088"/>
                    <a:gd name="connsiteY25" fmla="*/ 6866 h 470790"/>
                    <a:gd name="connsiteX26" fmla="*/ 489133 w 496088"/>
                    <a:gd name="connsiteY26" fmla="*/ 9124 h 470790"/>
                    <a:gd name="connsiteX27" fmla="*/ 488746 w 496088"/>
                    <a:gd name="connsiteY27" fmla="*/ 11653 h 470790"/>
                    <a:gd name="connsiteX28" fmla="*/ 488621 w 496088"/>
                    <a:gd name="connsiteY28" fmla="*/ 14357 h 470790"/>
                    <a:gd name="connsiteX29" fmla="*/ 488621 w 496088"/>
                    <a:gd name="connsiteY29" fmla="*/ 164058 h 470790"/>
                    <a:gd name="connsiteX30" fmla="*/ 488746 w 496088"/>
                    <a:gd name="connsiteY30" fmla="*/ 166931 h 470790"/>
                    <a:gd name="connsiteX31" fmla="*/ 489094 w 496088"/>
                    <a:gd name="connsiteY31" fmla="*/ 169838 h 470790"/>
                    <a:gd name="connsiteX32" fmla="*/ 489678 w 496088"/>
                    <a:gd name="connsiteY32" fmla="*/ 172814 h 470790"/>
                    <a:gd name="connsiteX33" fmla="*/ 490492 w 496088"/>
                    <a:gd name="connsiteY33" fmla="*/ 175786 h 470790"/>
                    <a:gd name="connsiteX34" fmla="*/ 491484 w 496088"/>
                    <a:gd name="connsiteY34" fmla="*/ 178723 h 470790"/>
                    <a:gd name="connsiteX35" fmla="*/ 492650 w 496088"/>
                    <a:gd name="connsiteY35" fmla="*/ 181670 h 470790"/>
                    <a:gd name="connsiteX36" fmla="*/ 494015 w 496088"/>
                    <a:gd name="connsiteY36" fmla="*/ 184577 h 470790"/>
                    <a:gd name="connsiteX37" fmla="*/ 495551 w 496088"/>
                    <a:gd name="connsiteY37" fmla="*/ 187374 h 470790"/>
                    <a:gd name="connsiteX38" fmla="*/ 495592 w 496088"/>
                    <a:gd name="connsiteY38" fmla="*/ 187415 h 470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6088" h="470790">
                      <a:moveTo>
                        <a:pt x="495592" y="187415"/>
                      </a:moveTo>
                      <a:lnTo>
                        <a:pt x="6439" y="469828"/>
                      </a:lnTo>
                      <a:lnTo>
                        <a:pt x="6398" y="469802"/>
                      </a:lnTo>
                      <a:lnTo>
                        <a:pt x="4906" y="466957"/>
                      </a:lnTo>
                      <a:lnTo>
                        <a:pt x="3532" y="464087"/>
                      </a:lnTo>
                      <a:lnTo>
                        <a:pt x="2336" y="461141"/>
                      </a:lnTo>
                      <a:lnTo>
                        <a:pt x="1349" y="458169"/>
                      </a:lnTo>
                      <a:lnTo>
                        <a:pt x="565" y="455235"/>
                      </a:lnTo>
                      <a:lnTo>
                        <a:pt x="-25" y="452263"/>
                      </a:lnTo>
                      <a:lnTo>
                        <a:pt x="-403" y="449355"/>
                      </a:lnTo>
                      <a:lnTo>
                        <a:pt x="-497" y="446485"/>
                      </a:lnTo>
                      <a:lnTo>
                        <a:pt x="-497" y="296777"/>
                      </a:lnTo>
                      <a:lnTo>
                        <a:pt x="-403" y="294034"/>
                      </a:lnTo>
                      <a:lnTo>
                        <a:pt x="-25" y="291545"/>
                      </a:lnTo>
                      <a:lnTo>
                        <a:pt x="565" y="289246"/>
                      </a:lnTo>
                      <a:lnTo>
                        <a:pt x="1349" y="287202"/>
                      </a:lnTo>
                      <a:lnTo>
                        <a:pt x="2336" y="285398"/>
                      </a:lnTo>
                      <a:lnTo>
                        <a:pt x="3532" y="283861"/>
                      </a:lnTo>
                      <a:lnTo>
                        <a:pt x="4906" y="282515"/>
                      </a:lnTo>
                      <a:lnTo>
                        <a:pt x="6439" y="281461"/>
                      </a:lnTo>
                      <a:lnTo>
                        <a:pt x="495592" y="-963"/>
                      </a:lnTo>
                      <a:lnTo>
                        <a:pt x="494054" y="140"/>
                      </a:lnTo>
                      <a:lnTo>
                        <a:pt x="492680" y="1439"/>
                      </a:lnTo>
                      <a:lnTo>
                        <a:pt x="491484" y="3006"/>
                      </a:lnTo>
                      <a:lnTo>
                        <a:pt x="490492" y="4812"/>
                      </a:lnTo>
                      <a:lnTo>
                        <a:pt x="489713" y="6866"/>
                      </a:lnTo>
                      <a:lnTo>
                        <a:pt x="489133" y="9124"/>
                      </a:lnTo>
                      <a:lnTo>
                        <a:pt x="488746" y="11653"/>
                      </a:lnTo>
                      <a:lnTo>
                        <a:pt x="488621" y="14357"/>
                      </a:lnTo>
                      <a:lnTo>
                        <a:pt x="488621" y="164058"/>
                      </a:lnTo>
                      <a:lnTo>
                        <a:pt x="488746" y="166931"/>
                      </a:lnTo>
                      <a:lnTo>
                        <a:pt x="489094" y="169838"/>
                      </a:lnTo>
                      <a:lnTo>
                        <a:pt x="489678" y="172814"/>
                      </a:lnTo>
                      <a:lnTo>
                        <a:pt x="490492" y="175786"/>
                      </a:lnTo>
                      <a:lnTo>
                        <a:pt x="491484" y="178723"/>
                      </a:lnTo>
                      <a:lnTo>
                        <a:pt x="492650" y="181670"/>
                      </a:lnTo>
                      <a:lnTo>
                        <a:pt x="494015" y="184577"/>
                      </a:lnTo>
                      <a:lnTo>
                        <a:pt x="495551" y="187374"/>
                      </a:lnTo>
                      <a:lnTo>
                        <a:pt x="495592" y="187415"/>
                      </a:lnTo>
                    </a:path>
                  </a:pathLst>
                </a:custGeom>
                <a:solidFill>
                  <a:srgbClr val="8FA6AA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2" name="任意多边形: 形状 1011"/>
                <p:cNvSpPr/>
                <p:nvPr>
                  <p:custDataLst>
                    <p:tags r:id="rId298"/>
                  </p:custDataLst>
                </p:nvPr>
              </p:nvSpPr>
              <p:spPr>
                <a:xfrm flipV="1">
                  <a:off x="5562139" y="1400212"/>
                  <a:ext cx="17788" cy="14469"/>
                </a:xfrm>
                <a:custGeom>
                  <a:avLst/>
                  <a:gdLst>
                    <a:gd name="connsiteX0" fmla="*/ -864 w 17788"/>
                    <a:gd name="connsiteY0" fmla="*/ 5844 h 14469"/>
                    <a:gd name="connsiteX1" fmla="*/ 11008 w 17788"/>
                    <a:gd name="connsiteY1" fmla="*/ 12677 h 14469"/>
                    <a:gd name="connsiteX2" fmla="*/ 16925 w 17788"/>
                    <a:gd name="connsiteY2" fmla="*/ 9260 h 14469"/>
                    <a:gd name="connsiteX3" fmla="*/ 11008 w 17788"/>
                    <a:gd name="connsiteY3" fmla="*/ -988 h 14469"/>
                    <a:gd name="connsiteX4" fmla="*/ -864 w 17788"/>
                    <a:gd name="connsiteY4" fmla="*/ 5844 h 1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88" h="14469">
                      <a:moveTo>
                        <a:pt x="-864" y="5844"/>
                      </a:moveTo>
                      <a:lnTo>
                        <a:pt x="11008" y="12677"/>
                      </a:lnTo>
                      <a:cubicBezTo>
                        <a:pt x="14258" y="14556"/>
                        <a:pt x="16925" y="13032"/>
                        <a:pt x="16925" y="9260"/>
                      </a:cubicBezTo>
                      <a:cubicBezTo>
                        <a:pt x="16925" y="5501"/>
                        <a:pt x="14258" y="891"/>
                        <a:pt x="11008" y="-988"/>
                      </a:cubicBezTo>
                      <a:lnTo>
                        <a:pt x="-864" y="5844"/>
                      </a:lnTo>
                    </a:path>
                  </a:pathLst>
                </a:custGeom>
                <a:solidFill>
                  <a:srgbClr val="2A3237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3" name="任意多边形: 形状 1012"/>
                <p:cNvSpPr/>
                <p:nvPr>
                  <p:custDataLst>
                    <p:tags r:id="rId299"/>
                  </p:custDataLst>
                </p:nvPr>
              </p:nvSpPr>
              <p:spPr>
                <a:xfrm flipV="1">
                  <a:off x="5629153" y="1327826"/>
                  <a:ext cx="48983" cy="28295"/>
                </a:xfrm>
                <a:custGeom>
                  <a:avLst/>
                  <a:gdLst>
                    <a:gd name="connsiteX0" fmla="*/ 48063 w 48983"/>
                    <a:gd name="connsiteY0" fmla="*/ 23363 h 28295"/>
                    <a:gd name="connsiteX1" fmla="*/ 41332 w 48983"/>
                    <a:gd name="connsiteY1" fmla="*/ 27249 h 28295"/>
                    <a:gd name="connsiteX2" fmla="*/ -921 w 48983"/>
                    <a:gd name="connsiteY2" fmla="*/ 2852 h 28295"/>
                    <a:gd name="connsiteX3" fmla="*/ 5810 w 48983"/>
                    <a:gd name="connsiteY3" fmla="*/ -1047 h 28295"/>
                    <a:gd name="connsiteX4" fmla="*/ 48063 w 48983"/>
                    <a:gd name="connsiteY4" fmla="*/ 23363 h 28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83" h="28295">
                      <a:moveTo>
                        <a:pt x="48063" y="23363"/>
                      </a:moveTo>
                      <a:lnTo>
                        <a:pt x="41332" y="27249"/>
                      </a:lnTo>
                      <a:lnTo>
                        <a:pt x="-921" y="2852"/>
                      </a:lnTo>
                      <a:lnTo>
                        <a:pt x="5810" y="-1047"/>
                      </a:lnTo>
                      <a:lnTo>
                        <a:pt x="48063" y="23363"/>
                      </a:lnTo>
                    </a:path>
                  </a:pathLst>
                </a:custGeom>
                <a:solidFill>
                  <a:srgbClr val="1B8EAE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4" name="任意多边形: 形状 1013"/>
                <p:cNvSpPr/>
                <p:nvPr>
                  <p:custDataLst>
                    <p:tags r:id="rId300"/>
                  </p:custDataLst>
                </p:nvPr>
              </p:nvSpPr>
              <p:spPr>
                <a:xfrm flipV="1">
                  <a:off x="5629153" y="1352223"/>
                  <a:ext cx="6731" cy="52730"/>
                </a:xfrm>
                <a:custGeom>
                  <a:avLst/>
                  <a:gdLst>
                    <a:gd name="connsiteX0" fmla="*/ 5825 w 6731"/>
                    <a:gd name="connsiteY0" fmla="*/ 47817 h 52730"/>
                    <a:gd name="connsiteX1" fmla="*/ -906 w 6731"/>
                    <a:gd name="connsiteY1" fmla="*/ 51716 h 52730"/>
                    <a:gd name="connsiteX2" fmla="*/ -906 w 6731"/>
                    <a:gd name="connsiteY2" fmla="*/ 2898 h 52730"/>
                    <a:gd name="connsiteX3" fmla="*/ 5825 w 6731"/>
                    <a:gd name="connsiteY3" fmla="*/ -1014 h 52730"/>
                    <a:gd name="connsiteX4" fmla="*/ 5825 w 6731"/>
                    <a:gd name="connsiteY4" fmla="*/ 47817 h 52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31" h="52730">
                      <a:moveTo>
                        <a:pt x="5825" y="47817"/>
                      </a:moveTo>
                      <a:lnTo>
                        <a:pt x="-906" y="51716"/>
                      </a:lnTo>
                      <a:lnTo>
                        <a:pt x="-906" y="2898"/>
                      </a:lnTo>
                      <a:lnTo>
                        <a:pt x="5825" y="-1014"/>
                      </a:lnTo>
                      <a:lnTo>
                        <a:pt x="5825" y="47817"/>
                      </a:lnTo>
                    </a:path>
                  </a:pathLst>
                </a:custGeom>
                <a:solidFill>
                  <a:srgbClr val="18779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5" name="任意多边形: 形状 1014"/>
                <p:cNvSpPr/>
                <p:nvPr>
                  <p:custDataLst>
                    <p:tags r:id="rId301"/>
                  </p:custDataLst>
                </p:nvPr>
              </p:nvSpPr>
              <p:spPr>
                <a:xfrm flipV="1">
                  <a:off x="5635884" y="1331713"/>
                  <a:ext cx="42252" cy="73240"/>
                </a:xfrm>
                <a:custGeom>
                  <a:avLst/>
                  <a:gdLst>
                    <a:gd name="connsiteX0" fmla="*/ -923 w 42252"/>
                    <a:gd name="connsiteY0" fmla="*/ -1023 h 73240"/>
                    <a:gd name="connsiteX1" fmla="*/ 41330 w 42252"/>
                    <a:gd name="connsiteY1" fmla="*/ 23399 h 73240"/>
                    <a:gd name="connsiteX2" fmla="*/ 41330 w 42252"/>
                    <a:gd name="connsiteY2" fmla="*/ 72218 h 73240"/>
                    <a:gd name="connsiteX3" fmla="*/ -923 w 42252"/>
                    <a:gd name="connsiteY3" fmla="*/ 47808 h 73240"/>
                    <a:gd name="connsiteX4" fmla="*/ -923 w 42252"/>
                    <a:gd name="connsiteY4" fmla="*/ -1023 h 73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252" h="73240">
                      <a:moveTo>
                        <a:pt x="-923" y="-1023"/>
                      </a:moveTo>
                      <a:lnTo>
                        <a:pt x="41330" y="23399"/>
                      </a:lnTo>
                      <a:lnTo>
                        <a:pt x="41330" y="72218"/>
                      </a:lnTo>
                      <a:lnTo>
                        <a:pt x="-923" y="47808"/>
                      </a:lnTo>
                      <a:lnTo>
                        <a:pt x="-923" y="-1023"/>
                      </a:lnTo>
                    </a:path>
                  </a:pathLst>
                </a:custGeom>
                <a:solidFill>
                  <a:srgbClr val="1B98B8"/>
                </a:solidFill>
                <a:ln w="12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pic>
            <p:nvPicPr>
              <p:cNvPr id="982" name="图形 981" descr="区块链 纯色填充"/>
              <p:cNvPicPr>
                <a:picLocks noChangeAspect="1"/>
              </p:cNvPicPr>
              <p:nvPr>
                <p:custDataLst>
                  <p:tags r:id="rId302"/>
                </p:custDataLst>
              </p:nvPr>
            </p:nvPicPr>
            <p:blipFill>
              <a:blip r:embed="rId8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6"/>
                  </a:ext>
                </a:extLst>
              </a:blip>
              <a:stretch>
                <a:fillRect/>
              </a:stretch>
            </p:blipFill>
            <p:spPr>
              <a:xfrm>
                <a:off x="3228040" y="4980845"/>
                <a:ext cx="242871" cy="206708"/>
              </a:xfrm>
              <a:prstGeom prst="rect">
                <a:avLst/>
              </a:prstGeom>
              <a:effectLst>
                <a:glow rad="63500">
                  <a:schemeClr val="bg1"/>
                </a:glow>
              </a:effectLst>
            </p:spPr>
          </p:pic>
        </p:grpSp>
        <p:cxnSp>
          <p:nvCxnSpPr>
            <p:cNvPr id="980" name="直接连接符 979"/>
            <p:cNvCxnSpPr/>
            <p:nvPr>
              <p:custDataLst>
                <p:tags r:id="rId303"/>
              </p:custDataLst>
            </p:nvPr>
          </p:nvCxnSpPr>
          <p:spPr>
            <a:xfrm>
              <a:off x="3169173" y="5151949"/>
              <a:ext cx="0" cy="976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16" name="图形 1015" descr="区块链 纯色填充"/>
          <p:cNvPicPr>
            <a:picLocks noChangeAspect="1"/>
          </p:cNvPicPr>
          <p:nvPr>
            <p:custDataLst>
              <p:tags r:id="rId304"/>
            </p:custDataLst>
          </p:nvPr>
        </p:nvPicPr>
        <p:blipFill>
          <a:blip r:embed="rId8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5891008" y="5162670"/>
            <a:ext cx="194666" cy="165681"/>
          </a:xfrm>
          <a:prstGeom prst="rect">
            <a:avLst/>
          </a:prstGeom>
          <a:effectLst/>
        </p:spPr>
      </p:pic>
      <p:sp>
        <p:nvSpPr>
          <p:cNvPr id="1017" name="矩形: 圆角 1016"/>
          <p:cNvSpPr/>
          <p:nvPr>
            <p:custDataLst>
              <p:tags r:id="rId305"/>
            </p:custDataLst>
          </p:nvPr>
        </p:nvSpPr>
        <p:spPr>
          <a:xfrm>
            <a:off x="332573" y="2659830"/>
            <a:ext cx="1687818" cy="36875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单模态接入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8" name="矩形: 圆角 1017"/>
          <p:cNvSpPr/>
          <p:nvPr>
            <p:custDataLst>
              <p:tags r:id="rId306"/>
            </p:custDataLst>
          </p:nvPr>
        </p:nvSpPr>
        <p:spPr>
          <a:xfrm>
            <a:off x="4476321" y="2678107"/>
            <a:ext cx="2421650" cy="36875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区块链增强的多模态接入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40" name="组合 1039"/>
          <p:cNvGrpSpPr/>
          <p:nvPr/>
        </p:nvGrpSpPr>
        <p:grpSpPr>
          <a:xfrm>
            <a:off x="473534" y="5634726"/>
            <a:ext cx="3720084" cy="986232"/>
            <a:chOff x="4065670" y="5470885"/>
            <a:chExt cx="4221122" cy="986232"/>
          </a:xfrm>
        </p:grpSpPr>
        <p:sp>
          <p:nvSpPr>
            <p:cNvPr id="1041" name="文本框 1040"/>
            <p:cNvSpPr txBox="1"/>
            <p:nvPr>
              <p:custDataLst>
                <p:tags r:id="rId307"/>
              </p:custDataLst>
            </p:nvPr>
          </p:nvSpPr>
          <p:spPr>
            <a:xfrm>
              <a:off x="4280738" y="5470885"/>
              <a:ext cx="4006054" cy="986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区块链增强的可信安全接入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支持无人机动态切换多种接入模式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利用区块链追踪管理接入模式状态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2" name="等腰三角形 1041"/>
            <p:cNvSpPr/>
            <p:nvPr>
              <p:custDataLst>
                <p:tags r:id="rId308"/>
              </p:custDataLst>
            </p:nvPr>
          </p:nvSpPr>
          <p:spPr>
            <a:xfrm rot="5400000">
              <a:off x="4055594" y="5684479"/>
              <a:ext cx="177843" cy="157692"/>
            </a:xfrm>
            <a:prstGeom prst="triangle">
              <a:avLst/>
            </a:prstGeom>
            <a:solidFill>
              <a:srgbClr val="3C2078"/>
            </a:solidFill>
            <a:ln w="381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</p:txBody>
        </p:sp>
      </p:grpSp>
    </p:spTree>
    <p:custDataLst>
      <p:tags r:id="rId30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YPE" val="icon"/>
  <p:tag name="KSO_WM_BEAUTIFY_FLAG" val=""/>
</p:tagLst>
</file>

<file path=ppt/tags/tag87.xml><?xml version="1.0" encoding="utf-8"?>
<p:tagLst xmlns:p="http://schemas.openxmlformats.org/presentationml/2006/main">
  <p:tag name="TYPE" val="icon"/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TYPE" val="icon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TYPE" val="icon"/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TYPE" val="icon"/>
  <p:tag name="KSO_WM_BEAUTIFY_FLAG" val=""/>
</p:tagLst>
</file>

<file path=ppt/tags/tag208.xml><?xml version="1.0" encoding="utf-8"?>
<p:tagLst xmlns:p="http://schemas.openxmlformats.org/presentationml/2006/main">
  <p:tag name="TYPE" val="icon"/>
  <p:tag name="KSO_WM_BEAUTIFY_FLAG" val=""/>
</p:tagLst>
</file>

<file path=ppt/tags/tag209.xml><?xml version="1.0" encoding="utf-8"?>
<p:tagLst xmlns:p="http://schemas.openxmlformats.org/presentationml/2006/main">
  <p:tag name="TYPE" val="icon"/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TYPE" val="icon"/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TYPE" val="icon"/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TYPE" val="icon"/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2.xml><?xml version="1.0" encoding="utf-8"?>
<p:tagLst xmlns:p="http://schemas.openxmlformats.org/presentationml/2006/main">
  <p:tag name="commondata" val="eyJoZGlkIjoiYzVmNGVkYmJlMGJhMTM1NzBhOWU3NzU1Yjk4NzA5NW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宽屏</PresentationFormat>
  <Paragraphs>73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Times New Roman</vt:lpstr>
      <vt:lpstr>等线</vt:lpstr>
      <vt:lpstr>Arial Unicode MS</vt:lpstr>
      <vt:lpstr>Calibri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hbZhang</cp:lastModifiedBy>
  <cp:revision>156</cp:revision>
  <dcterms:created xsi:type="dcterms:W3CDTF">2019-06-19T02:08:00Z</dcterms:created>
  <dcterms:modified xsi:type="dcterms:W3CDTF">2026-04-17T14:58:28Z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98A73A0E3D034E1DBAC56C5768F2DC02_11</vt:lpwstr>
  </property>
</Properties>
</file>